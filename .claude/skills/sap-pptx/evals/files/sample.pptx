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4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.bin" ContentType="image/png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46"/>
  </p:sldMasterIdLst>
  <p:notesMasterIdLst>
    <p:notesMasterId r:id="rId67"/>
  </p:notesMasterIdLst>
  <p:handoutMasterIdLst>
    <p:handoutMasterId r:id="rId68"/>
  </p:handoutMasterIdLst>
  <p:sldIdLst>
    <p:sldId id="256" r:id="rId60"/>
    <p:sldId id="257" r:id="rId61"/>
    <p:sldId id="258" r:id="rId62"/>
  </p:sldIdLst>
  <p:sldSz cx="12195175" cy="6858000"/>
  <p:notesSz cx="6858000" cy="9144000"/>
  <p:embeddedFontLst>
    <p:embeddedFont>
      <p:font typeface="72 Brand" panose="020B0504030603020204" pitchFamily="34" charset="0"/>
      <p:regular r:id="rId69"/>
      <p:bold r:id="rId70"/>
      <p:italic r:id="rId71"/>
      <p:boldItalic r:id="rId72"/>
    </p:embeddedFont>
    <p:embeddedFont>
      <p:font typeface="72 Brand Medium" panose="020B0604030603020204" pitchFamily="34" charset="0"/>
      <p:regular r:id="rId73"/>
      <p:italic r:id="rId74"/>
    </p:embeddedFont>
  </p:embeddedFontLst>
  <p:custDataLst>
    <p:tags r:id="rId75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360" autoAdjust="0"/>
  </p:normalViewPr>
  <p:slideViewPr>
    <p:cSldViewPr snapToGrid="0" showGuides="1">
      <p:cViewPr varScale="1">
        <p:scale>
          <a:sx n="63" d="100"/>
          <a:sy n="63" d="100"/>
        </p:scale>
        <p:origin x="36" y="7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5026"/>
    </p:cViewPr>
  </p:sorterViewPr>
  <p:notesViewPr>
    <p:cSldViewPr snapToGrid="0" showGuides="1">
      <p:cViewPr varScale="1">
        <p:scale>
          <a:sx n="92" d="100"/>
          <a:sy n="92" d="100"/>
        </p:scale>
        <p:origin x="4008" y="168"/>
      </p:cViewPr>
      <p:guideLst>
        <p:guide orient="horz" pos="2880"/>
        <p:guide pos="2160"/>
      </p:guideLst>
    </p:cSldViewPr>
  </p:notesViewPr>
  <p:gridSpacing cx="936117" cy="936117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slideMaster" Target="slideMasters/slideMaster1.xml"/><Relationship Id="rId60" Type="http://schemas.openxmlformats.org/officeDocument/2006/relationships/slide" Target="slides/slide1.xml"/><Relationship Id="rId61" Type="http://schemas.openxmlformats.org/officeDocument/2006/relationships/slide" Target="slides/slide2.xml"/><Relationship Id="rId62" Type="http://schemas.openxmlformats.org/officeDocument/2006/relationships/slide" Target="slides/slide3.xml"/><Relationship Id="rId67" Type="http://schemas.openxmlformats.org/officeDocument/2006/relationships/notesMaster" Target="notesMasters/notesMaster1.xml"/><Relationship Id="rId68" Type="http://schemas.openxmlformats.org/officeDocument/2006/relationships/handoutMaster" Target="handoutMasters/handoutMaster1.xml"/><Relationship Id="rId69" Type="http://schemas.openxmlformats.org/officeDocument/2006/relationships/font" Target="fonts/font1.fntdata"/><Relationship Id="rId70" Type="http://schemas.openxmlformats.org/officeDocument/2006/relationships/font" Target="fonts/font2.fntdata"/><Relationship Id="rId71" Type="http://schemas.openxmlformats.org/officeDocument/2006/relationships/font" Target="fonts/font3.fntdata"/><Relationship Id="rId72" Type="http://schemas.openxmlformats.org/officeDocument/2006/relationships/font" Target="fonts/font4.fntdata"/><Relationship Id="rId73" Type="http://schemas.openxmlformats.org/officeDocument/2006/relationships/font" Target="fonts/font5.fntdata"/><Relationship Id="rId74" Type="http://schemas.openxmlformats.org/officeDocument/2006/relationships/font" Target="fonts/font6.fntdata"/><Relationship Id="rId75" Type="http://schemas.openxmlformats.org/officeDocument/2006/relationships/tags" Target="tags/tag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 dirty="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bin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4.svg"/><Relationship Id="rId4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1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8.svg"/><Relationship Id="rId4" Type="http://schemas.openxmlformats.org/officeDocument/2006/relationships/image" Target="../media/image29.png"/><Relationship Id="rId5" Type="http://schemas.openxmlformats.org/officeDocument/2006/relationships/image" Target="../media/image30.svg"/><Relationship Id="rId6" Type="http://schemas.openxmlformats.org/officeDocument/2006/relationships/image" Target="../media/image31.png"/><Relationship Id="rId7" Type="http://schemas.openxmlformats.org/officeDocument/2006/relationships/image" Target="../media/image32.svg"/><Relationship Id="rId8" Type="http://schemas.openxmlformats.org/officeDocument/2006/relationships/image" Target="../media/image33.png"/><Relationship Id="rId9" Type="http://schemas.openxmlformats.org/officeDocument/2006/relationships/image" Target="../media/image34.svg"/><Relationship Id="rId10" Type="http://schemas.openxmlformats.org/officeDocument/2006/relationships/hyperlink" Target="https://brand.sap.com/media-library/index.html#/" TargetMode="External"/><Relationship Id="rId11" Type="http://schemas.openxmlformats.org/officeDocument/2006/relationships/hyperlink" Target="https://brand.sap.com/" TargetMode="External"/><Relationship Id="rId12" Type="http://schemas.openxmlformats.org/officeDocument/2006/relationships/hyperlink" Target="https://brand.sap.com/naming-center#/dashboard" TargetMode="External"/><Relationship Id="rId13" Type="http://schemas.openxmlformats.org/officeDocument/2006/relationships/hyperlink" Target="https://brand.sap.com/writing-assistant" TargetMode="Externa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sv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4.bin"/><Relationship Id="rId7" Type="http://schemas.openxmlformats.org/officeDocument/2006/relationships/image" Target="../media/image1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674198768" name="LogoBlue-Dynamic" descr="{&quot;templafy&quot;:{&quot;id&quot;:&quot;357ff70f-1de5-4d51-aad2-51c0cf9b5611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71164333" name="LogoWhite-Dynamic" descr="{&quot;templafy&quot;:{&quot;id&quot;:&quot;6d5d147f-96be-424e-b54a-e907ed10c5df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A814E6-1161-2533-DECB-242314C64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09825" y="1294364"/>
            <a:ext cx="7677375" cy="3819591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197248776" name="LogoWhite-Dynamic" descr="{&quot;templafy&quot;:{&quot;id&quot;:&quot;031deffc-9edd-4fe1-83f3-0f1f73dcf271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35871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BAFF1977-7427-5CA2-A419-54E33BAD09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188"/>
          <a:stretch/>
        </p:blipFill>
        <p:spPr>
          <a:xfrm>
            <a:off x="7175500" y="0"/>
            <a:ext cx="4313404" cy="1647915"/>
          </a:xfrm>
          <a:prstGeom prst="rect">
            <a:avLst/>
          </a:prstGeom>
        </p:spPr>
      </p:pic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58102CDA-6550-338C-434D-B8FA408CB4D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175500" y="2385967"/>
            <a:ext cx="4313404" cy="2117815"/>
          </a:xfrm>
          <a:prstGeom prst="rect">
            <a:avLst/>
          </a:prstGeom>
        </p:spPr>
      </p:pic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65BCE9EE-E0B3-4D29-F0C4-BD00A1DA3A2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23687"/>
          <a:stretch/>
        </p:blipFill>
        <p:spPr>
          <a:xfrm>
            <a:off x="7175500" y="5241835"/>
            <a:ext cx="4313404" cy="1616165"/>
          </a:xfrm>
          <a:prstGeom prst="rect">
            <a:avLst/>
          </a:prstGeom>
        </p:spPr>
      </p:pic>
      <p:pic>
        <p:nvPicPr>
          <p:cNvPr id="30565887" name="LogoBlack-Dynamic" descr="{&quot;templafy&quot;:{&quot;id&quot;:&quot;f2f0d456-09a2-4d34-bcfc-b21343af3ff7&quot;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3099944" name="LogoWhite-Dynamic" descr="{&quot;templafy&quot;:{&quot;id&quot;:&quot;1cf9044e-8f82-4d5c-ab78-a92a55d758fe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35871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8CDC0F09-263D-29E7-D374-16F5252D45B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188"/>
          <a:stretch/>
        </p:blipFill>
        <p:spPr>
          <a:xfrm>
            <a:off x="7175500" y="0"/>
            <a:ext cx="4313404" cy="1647915"/>
          </a:xfrm>
          <a:prstGeom prst="rect">
            <a:avLst/>
          </a:prstGeom>
        </p:spPr>
      </p:pic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DC385859-B9B6-B3C8-F173-ECEB2422A16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75500" y="2385967"/>
            <a:ext cx="4313404" cy="2117815"/>
          </a:xfrm>
          <a:prstGeom prst="rect">
            <a:avLst/>
          </a:prstGeom>
        </p:spPr>
      </p:pic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087266D6-22F1-A496-6B1F-14CEDC80499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b="23687"/>
          <a:stretch/>
        </p:blipFill>
        <p:spPr>
          <a:xfrm>
            <a:off x="7175500" y="5241835"/>
            <a:ext cx="4313404" cy="161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4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9" y="2706317"/>
            <a:ext cx="5129700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5" name="Freeform 139">
            <a:extLst>
              <a:ext uri="{FF2B5EF4-FFF2-40B4-BE49-F238E27FC236}">
                <a16:creationId xmlns:a16="http://schemas.microsoft.com/office/drawing/2014/main" id="{FA0F61C1-1CC3-1F5A-18B8-8E26514F6688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  <p:pic>
        <p:nvPicPr>
          <p:cNvPr id="593809553" name="LogoBlack-Dynamic" descr="{&quot;templafy&quot;:{&quot;id&quot;:&quot;3072eac8-f615-4573-af48-f8bf691d6b9e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44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  <p:pic>
        <p:nvPicPr>
          <p:cNvPr id="1845707418" name="LogoBlue-Dynamic" descr="{&quot;templafy&quot;:{&quot;id&quot;:&quot;12118f0b-7745-4ea5-85c3-1b3b6bda4036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H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9" y="2706317"/>
            <a:ext cx="5112116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0250" y="1932069"/>
            <a:ext cx="5711687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</p:spPr>
        <p:txBody>
          <a:bodyPr anchor="ctr" anchorCtr="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      Click to add image</a:t>
            </a:r>
          </a:p>
        </p:txBody>
      </p:sp>
      <p:pic>
        <p:nvPicPr>
          <p:cNvPr id="709716515" name="LogoBlack-Dynamic" descr="{&quot;templafy&quot;:{&quot;id&quot;:&quot;206ae7fd-1375-41f0-b48b-3fc15a29814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97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1921868405" name="LogoBlue-Dynamic" descr="{&quot;templafy&quot;:{&quot;id&quot;:&quot;7f2d7a43-4808-4134-a166-f24dfb88d30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998166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J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0683936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Title goes here</a:t>
            </a:r>
            <a:br>
              <a:rPr lang="en-GB" dirty="0"/>
            </a:br>
            <a:r>
              <a:rPr lang="en-GB" dirty="0"/>
              <a:t>and here and here</a:t>
            </a:r>
            <a:endParaRPr lang="en-US" dirty="0"/>
          </a:p>
        </p:txBody>
      </p:sp>
      <p:pic>
        <p:nvPicPr>
          <p:cNvPr id="657465766" name="LogoBlue-Dynamic" descr="{&quot;templafy&quot;:{&quot;id&quot;:&quot;89d1f4dd-6a63-4473-8ce3-1481fdb46cc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997600"/>
            <a:ext cx="727192" cy="36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A511F2-AB36-486F-DD38-75D70E7966D1}"/>
              </a:ext>
            </a:extLst>
          </p:cNvPr>
          <p:cNvSpPr/>
          <p:nvPr userDrawn="1"/>
        </p:nvSpPr>
        <p:spPr bwMode="gray">
          <a:xfrm>
            <a:off x="0" y="-1"/>
            <a:ext cx="12195175" cy="3429001"/>
          </a:xfrm>
          <a:prstGeom prst="rect">
            <a:avLst/>
          </a:prstGeom>
          <a:solidFill>
            <a:srgbClr val="002A86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499F4C9-2427-3F8A-52CC-B08C56B79E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610894" y="503238"/>
            <a:ext cx="4085806" cy="200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21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56078001" name="LogoWhite-Dynamic" descr="{&quot;templafy&quot;:{&quot;id&quot;:&quot;ac503453-961c-454e-a265-acc820b54c40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9">
            <a:extLst>
              <a:ext uri="{FF2B5EF4-FFF2-40B4-BE49-F238E27FC236}">
                <a16:creationId xmlns:a16="http://schemas.microsoft.com/office/drawing/2014/main" id="{50B7529E-B60E-F89E-F314-F04B082CB02E}"/>
              </a:ext>
            </a:extLst>
          </p:cNvPr>
          <p:cNvSpPr/>
          <p:nvPr userDrawn="1"/>
        </p:nvSpPr>
        <p:spPr bwMode="gray">
          <a:xfrm>
            <a:off x="5970588" y="0"/>
            <a:ext cx="6224588" cy="6858000"/>
          </a:xfrm>
          <a:prstGeom prst="rect">
            <a:avLst/>
          </a:pr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/>
            <a:endParaRPr lang="de-DE" dirty="0">
              <a:noFill/>
              <a:latin typeface="72 Brand" panose="020B0504030603020204" pitchFamily="34" charset="0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A462676-FE5D-71FF-7237-1B7F0ADBEC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30345" y="2227645"/>
            <a:ext cx="4205741" cy="2064955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4000" y="2706317"/>
            <a:ext cx="5230813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393398881" name="LogoBlue-Dynamic" descr="{&quot;templafy&quot;:{&quot;id&quot;:&quot;8031e150-e28c-48f5-bc23-d95cac3a2902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17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1"/>
            <a:ext cx="11186476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11186477" cy="4804619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 dirty="0"/>
              <a:t>Agenda Item/Divider Headline</a:t>
            </a:r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1" y="505381"/>
            <a:ext cx="737317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1" y="1548000"/>
            <a:ext cx="7373174" cy="480517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 dirty="0"/>
              <a:t>Agenda Item/Divider Headline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0D0982-D686-0C55-3C20-38CF602654D3}"/>
              </a:ext>
            </a:extLst>
          </p:cNvPr>
          <p:cNvSpPr/>
          <p:nvPr/>
        </p:nvSpPr>
        <p:spPr>
          <a:xfrm>
            <a:off x="8128001" y="0"/>
            <a:ext cx="4067174" cy="6858000"/>
          </a:xfrm>
          <a:prstGeom prst="rect">
            <a:avLst/>
          </a:prstGeom>
          <a:solidFill>
            <a:srgbClr val="002A86"/>
          </a:solidFill>
          <a:ln w="12700">
            <a:noFill/>
            <a:headEnd type="none" w="med" len="med"/>
            <a:tailEnd type="none" w="med" len="med"/>
          </a:ln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737" tIns="146190" rIns="182737" bIns="1461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1773" fontAlgn="base">
              <a:spcBef>
                <a:spcPct val="0"/>
              </a:spcBef>
              <a:spcAft>
                <a:spcPct val="0"/>
              </a:spcAft>
            </a:pPr>
            <a:endParaRPr lang="en-US" sz="1400" kern="0">
              <a:gradFill>
                <a:gsLst>
                  <a:gs pos="0">
                    <a:srgbClr val="002A86"/>
                  </a:gs>
                  <a:gs pos="100000">
                    <a:srgbClr val="002A86"/>
                  </a:gs>
                </a:gsLst>
                <a:lin ang="2700000" scaled="1"/>
              </a:gradFill>
              <a:latin typeface="72 Brand Medium" panose="020B0504030603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5AD2A09-250F-1ADC-43C7-571E869ACEFC}"/>
              </a:ext>
            </a:extLst>
          </p:cNvPr>
          <p:cNvGrpSpPr/>
          <p:nvPr userDrawn="1"/>
        </p:nvGrpSpPr>
        <p:grpSpPr>
          <a:xfrm>
            <a:off x="8831263" y="-1"/>
            <a:ext cx="2895816" cy="6858001"/>
            <a:chOff x="8712092" y="-1"/>
            <a:chExt cx="2895816" cy="6858001"/>
          </a:xfrm>
        </p:grpSpPr>
        <p:sp>
          <p:nvSpPr>
            <p:cNvPr id="7" name="Freeform 139">
              <a:extLst>
                <a:ext uri="{FF2B5EF4-FFF2-40B4-BE49-F238E27FC236}">
                  <a16:creationId xmlns:a16="http://schemas.microsoft.com/office/drawing/2014/main" id="{D7B725F3-3056-4C67-EF57-4A180708DEBC}"/>
                </a:ext>
              </a:extLst>
            </p:cNvPr>
            <p:cNvSpPr/>
            <p:nvPr/>
          </p:nvSpPr>
          <p:spPr>
            <a:xfrm>
              <a:off x="8712092" y="1728123"/>
              <a:ext cx="2895816" cy="1447692"/>
            </a:xfrm>
            <a:custGeom>
              <a:avLst/>
              <a:gdLst>
                <a:gd name="connsiteX0" fmla="*/ 3258914 w 3582451"/>
                <a:gd name="connsiteY0" fmla="*/ 133987 h 1790958"/>
                <a:gd name="connsiteX1" fmla="*/ 1735702 w 3582451"/>
                <a:gd name="connsiteY1" fmla="*/ 1656971 h 1790958"/>
                <a:gd name="connsiteX2" fmla="*/ 134007 w 3582451"/>
                <a:gd name="connsiteY2" fmla="*/ 1656971 h 1790958"/>
                <a:gd name="connsiteX3" fmla="*/ 134007 w 3582451"/>
                <a:gd name="connsiteY3" fmla="*/ 133987 h 1790958"/>
                <a:gd name="connsiteX4" fmla="*/ 3258914 w 3582451"/>
                <a:gd name="connsiteY4" fmla="*/ 133987 h 1790958"/>
                <a:gd name="connsiteX5" fmla="*/ 3582451 w 3582451"/>
                <a:gd name="connsiteY5" fmla="*/ 0 h 1790958"/>
                <a:gd name="connsiteX6" fmla="*/ 0 w 3582451"/>
                <a:gd name="connsiteY6" fmla="*/ 0 h 1790958"/>
                <a:gd name="connsiteX7" fmla="*/ 0 w 3582451"/>
                <a:gd name="connsiteY7" fmla="*/ 1790958 h 1790958"/>
                <a:gd name="connsiteX8" fmla="*/ 1791226 w 3582451"/>
                <a:gd name="connsiteY8" fmla="*/ 1790958 h 1790958"/>
                <a:gd name="connsiteX9" fmla="*/ 3582451 w 3582451"/>
                <a:gd name="connsiteY9" fmla="*/ 0 h 1790958"/>
                <a:gd name="connsiteX10" fmla="*/ 3582451 w 3582451"/>
                <a:gd name="connsiteY10" fmla="*/ 0 h 179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82451" h="1790958">
                  <a:moveTo>
                    <a:pt x="3258914" y="133987"/>
                  </a:moveTo>
                  <a:lnTo>
                    <a:pt x="1735702" y="1656971"/>
                  </a:lnTo>
                  <a:lnTo>
                    <a:pt x="134007" y="1656971"/>
                  </a:lnTo>
                  <a:lnTo>
                    <a:pt x="134007" y="133987"/>
                  </a:lnTo>
                  <a:lnTo>
                    <a:pt x="3258914" y="133987"/>
                  </a:lnTo>
                  <a:moveTo>
                    <a:pt x="3582451" y="0"/>
                  </a:moveTo>
                  <a:lnTo>
                    <a:pt x="0" y="0"/>
                  </a:lnTo>
                  <a:lnTo>
                    <a:pt x="0" y="1790958"/>
                  </a:lnTo>
                  <a:lnTo>
                    <a:pt x="1791226" y="1790958"/>
                  </a:lnTo>
                  <a:lnTo>
                    <a:pt x="3582451" y="0"/>
                  </a:lnTo>
                  <a:lnTo>
                    <a:pt x="3582451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088654"/>
              <a:endParaRPr lang="en-US" sz="2100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Freeform 139">
              <a:extLst>
                <a:ext uri="{FF2B5EF4-FFF2-40B4-BE49-F238E27FC236}">
                  <a16:creationId xmlns:a16="http://schemas.microsoft.com/office/drawing/2014/main" id="{9D919D45-FC03-6DF6-A534-7F09777CF3DA}"/>
                </a:ext>
              </a:extLst>
            </p:cNvPr>
            <p:cNvSpPr/>
            <p:nvPr/>
          </p:nvSpPr>
          <p:spPr>
            <a:xfrm>
              <a:off x="8712092" y="3682186"/>
              <a:ext cx="2895816" cy="1447692"/>
            </a:xfrm>
            <a:custGeom>
              <a:avLst/>
              <a:gdLst>
                <a:gd name="connsiteX0" fmla="*/ 3258914 w 3582451"/>
                <a:gd name="connsiteY0" fmla="*/ 133987 h 1790958"/>
                <a:gd name="connsiteX1" fmla="*/ 1735702 w 3582451"/>
                <a:gd name="connsiteY1" fmla="*/ 1656971 h 1790958"/>
                <a:gd name="connsiteX2" fmla="*/ 134007 w 3582451"/>
                <a:gd name="connsiteY2" fmla="*/ 1656971 h 1790958"/>
                <a:gd name="connsiteX3" fmla="*/ 134007 w 3582451"/>
                <a:gd name="connsiteY3" fmla="*/ 133987 h 1790958"/>
                <a:gd name="connsiteX4" fmla="*/ 3258914 w 3582451"/>
                <a:gd name="connsiteY4" fmla="*/ 133987 h 1790958"/>
                <a:gd name="connsiteX5" fmla="*/ 3582451 w 3582451"/>
                <a:gd name="connsiteY5" fmla="*/ 0 h 1790958"/>
                <a:gd name="connsiteX6" fmla="*/ 0 w 3582451"/>
                <a:gd name="connsiteY6" fmla="*/ 0 h 1790958"/>
                <a:gd name="connsiteX7" fmla="*/ 0 w 3582451"/>
                <a:gd name="connsiteY7" fmla="*/ 1790958 h 1790958"/>
                <a:gd name="connsiteX8" fmla="*/ 1791226 w 3582451"/>
                <a:gd name="connsiteY8" fmla="*/ 1790958 h 1790958"/>
                <a:gd name="connsiteX9" fmla="*/ 3582451 w 3582451"/>
                <a:gd name="connsiteY9" fmla="*/ 0 h 1790958"/>
                <a:gd name="connsiteX10" fmla="*/ 3582451 w 3582451"/>
                <a:gd name="connsiteY10" fmla="*/ 0 h 179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82451" h="1790958">
                  <a:moveTo>
                    <a:pt x="3258914" y="133987"/>
                  </a:moveTo>
                  <a:lnTo>
                    <a:pt x="1735702" y="1656971"/>
                  </a:lnTo>
                  <a:lnTo>
                    <a:pt x="134007" y="1656971"/>
                  </a:lnTo>
                  <a:lnTo>
                    <a:pt x="134007" y="133987"/>
                  </a:lnTo>
                  <a:lnTo>
                    <a:pt x="3258914" y="133987"/>
                  </a:lnTo>
                  <a:moveTo>
                    <a:pt x="3582451" y="0"/>
                  </a:moveTo>
                  <a:lnTo>
                    <a:pt x="0" y="0"/>
                  </a:lnTo>
                  <a:lnTo>
                    <a:pt x="0" y="1790958"/>
                  </a:lnTo>
                  <a:lnTo>
                    <a:pt x="1791226" y="1790958"/>
                  </a:lnTo>
                  <a:lnTo>
                    <a:pt x="3582451" y="0"/>
                  </a:lnTo>
                  <a:lnTo>
                    <a:pt x="3582451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088654"/>
              <a:endParaRPr lang="en-US" sz="2100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0A876687-243B-0F88-E4A6-6D6D20F0B90B}"/>
                </a:ext>
              </a:extLst>
            </p:cNvPr>
            <p:cNvSpPr/>
            <p:nvPr userDrawn="1"/>
          </p:nvSpPr>
          <p:spPr bwMode="gray">
            <a:xfrm>
              <a:off x="8712092" y="-1"/>
              <a:ext cx="2669842" cy="1221752"/>
            </a:xfrm>
            <a:custGeom>
              <a:avLst/>
              <a:gdLst>
                <a:gd name="connsiteX0" fmla="*/ 0 w 2669842"/>
                <a:gd name="connsiteY0" fmla="*/ 0 h 1221752"/>
                <a:gd name="connsiteX1" fmla="*/ 108322 w 2669842"/>
                <a:gd name="connsiteY1" fmla="*/ 0 h 1221752"/>
                <a:gd name="connsiteX2" fmla="*/ 108322 w 2669842"/>
                <a:gd name="connsiteY2" fmla="*/ 1113446 h 1221752"/>
                <a:gd name="connsiteX3" fmla="*/ 1403026 w 2669842"/>
                <a:gd name="connsiteY3" fmla="*/ 1113446 h 1221752"/>
                <a:gd name="connsiteX4" fmla="*/ 2516638 w 2669842"/>
                <a:gd name="connsiteY4" fmla="*/ 0 h 1221752"/>
                <a:gd name="connsiteX5" fmla="*/ 2669842 w 2669842"/>
                <a:gd name="connsiteY5" fmla="*/ 0 h 1221752"/>
                <a:gd name="connsiteX6" fmla="*/ 1447908 w 2669842"/>
                <a:gd name="connsiteY6" fmla="*/ 1221752 h 1221752"/>
                <a:gd name="connsiteX7" fmla="*/ 0 w 2669842"/>
                <a:gd name="connsiteY7" fmla="*/ 1221752 h 1221752"/>
                <a:gd name="connsiteX8" fmla="*/ 0 w 2669842"/>
                <a:gd name="connsiteY8" fmla="*/ 0 h 12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9842" h="1221752">
                  <a:moveTo>
                    <a:pt x="0" y="0"/>
                  </a:moveTo>
                  <a:lnTo>
                    <a:pt x="108322" y="0"/>
                  </a:lnTo>
                  <a:lnTo>
                    <a:pt x="108322" y="1113446"/>
                  </a:lnTo>
                  <a:lnTo>
                    <a:pt x="1403026" y="1113446"/>
                  </a:lnTo>
                  <a:lnTo>
                    <a:pt x="2516638" y="0"/>
                  </a:lnTo>
                  <a:lnTo>
                    <a:pt x="2669842" y="0"/>
                  </a:lnTo>
                  <a:lnTo>
                    <a:pt x="1447908" y="1221752"/>
                  </a:lnTo>
                  <a:lnTo>
                    <a:pt x="0" y="1221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 defTabSz="1088654"/>
              <a:endParaRPr lang="en-DE" noProof="0" dirty="0" err="1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33" name="Free-form: Shape 32">
              <a:extLst>
                <a:ext uri="{FF2B5EF4-FFF2-40B4-BE49-F238E27FC236}">
                  <a16:creationId xmlns:a16="http://schemas.microsoft.com/office/drawing/2014/main" id="{6A6C2A84-BDA9-F161-B462-F84F02753B0F}"/>
                </a:ext>
              </a:extLst>
            </p:cNvPr>
            <p:cNvSpPr/>
            <p:nvPr userDrawn="1"/>
          </p:nvSpPr>
          <p:spPr bwMode="gray">
            <a:xfrm>
              <a:off x="8712092" y="5636249"/>
              <a:ext cx="2895816" cy="1221751"/>
            </a:xfrm>
            <a:custGeom>
              <a:avLst/>
              <a:gdLst>
                <a:gd name="connsiteX0" fmla="*/ 0 w 2895816"/>
                <a:gd name="connsiteY0" fmla="*/ 0 h 1221751"/>
                <a:gd name="connsiteX1" fmla="*/ 2895816 w 2895816"/>
                <a:gd name="connsiteY1" fmla="*/ 0 h 1221751"/>
                <a:gd name="connsiteX2" fmla="*/ 1673884 w 2895816"/>
                <a:gd name="connsiteY2" fmla="*/ 1221751 h 1221751"/>
                <a:gd name="connsiteX3" fmla="*/ 1520680 w 2895816"/>
                <a:gd name="connsiteY3" fmla="*/ 1221751 h 1221751"/>
                <a:gd name="connsiteX4" fmla="*/ 2634290 w 2895816"/>
                <a:gd name="connsiteY4" fmla="*/ 108306 h 1221751"/>
                <a:gd name="connsiteX5" fmla="*/ 108323 w 2895816"/>
                <a:gd name="connsiteY5" fmla="*/ 108306 h 1221751"/>
                <a:gd name="connsiteX6" fmla="*/ 108323 w 2895816"/>
                <a:gd name="connsiteY6" fmla="*/ 1221751 h 1221751"/>
                <a:gd name="connsiteX7" fmla="*/ 0 w 2895816"/>
                <a:gd name="connsiteY7" fmla="*/ 1221751 h 1221751"/>
                <a:gd name="connsiteX8" fmla="*/ 0 w 2895816"/>
                <a:gd name="connsiteY8" fmla="*/ 0 h 1221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816" h="1221751">
                  <a:moveTo>
                    <a:pt x="0" y="0"/>
                  </a:moveTo>
                  <a:lnTo>
                    <a:pt x="2895816" y="0"/>
                  </a:lnTo>
                  <a:lnTo>
                    <a:pt x="1673884" y="1221751"/>
                  </a:lnTo>
                  <a:lnTo>
                    <a:pt x="1520680" y="1221751"/>
                  </a:lnTo>
                  <a:lnTo>
                    <a:pt x="2634290" y="108306"/>
                  </a:lnTo>
                  <a:lnTo>
                    <a:pt x="108323" y="108306"/>
                  </a:lnTo>
                  <a:lnTo>
                    <a:pt x="108323" y="1221751"/>
                  </a:lnTo>
                  <a:lnTo>
                    <a:pt x="0" y="1221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 defTabSz="1088654"/>
              <a:endParaRPr lang="en-DE" noProof="0" dirty="0" err="1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5801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wrap="square" anchor="t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 dirty="0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8" y="1548000"/>
            <a:ext cx="7371589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7371589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72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21413" y="1557338"/>
            <a:ext cx="5469064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screenshot</a:t>
            </a:r>
            <a:endParaRPr lang="de-DE" dirty="0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805175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2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“Add Quote”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 dirty="0"/>
              <a:t>Speaker,</a:t>
            </a:r>
          </a:p>
          <a:p>
            <a:pPr lvl="0"/>
            <a:r>
              <a:rPr lang="en-GB" dirty="0"/>
              <a:t>Company, Role</a:t>
            </a:r>
            <a:endParaRPr lang="en-DE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 dirty="0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 dirty="0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 dirty="0">
                <a:latin typeface="+mn-lt"/>
              </a:rPr>
              <a:t>Contact information: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43050"/>
            <a:ext cx="5465762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 dirty="0"/>
              <a:t>Thank you.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865E-BEC1-EE4C-E61C-369AEE2DFC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3947" y="5990000"/>
            <a:ext cx="3506403" cy="360000"/>
          </a:xfrm>
          <a:prstGeom prst="rect">
            <a:avLst/>
          </a:prstGeom>
        </p:spPr>
      </p:pic>
      <p:sp>
        <p:nvSpPr>
          <p:cNvPr id="2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565E87ED-3DFA-D2CD-24E2-199538EC4F11}"/>
              </a:ext>
            </a:extLst>
          </p:cNvPr>
          <p:cNvSpPr txBox="1">
            <a:spLocks/>
          </p:cNvSpPr>
          <p:nvPr userDrawn="1"/>
        </p:nvSpPr>
        <p:spPr>
          <a:xfrm>
            <a:off x="504000" y="6145872"/>
            <a:ext cx="6704011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72 Brand" panose="020B0504030603020204" pitchFamily="34" charset="0"/>
                <a:cs typeface="Arial" panose="020B0604020202020204" pitchFamily="34" charset="0"/>
              </a:rPr>
              <a:t>© 2026</a:t>
            </a:r>
            <a:r>
              <a:rPr lang="en-GB" dirty="0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 dirty="0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4024430"/>
            <a:ext cx="5466588" cy="998420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8F6905-A0D4-DA0D-B1C3-892DEA90CF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9588" y="5990000"/>
            <a:ext cx="3506403" cy="360000"/>
          </a:xfrm>
          <a:prstGeom prst="rect">
            <a:avLst/>
          </a:prstGeom>
        </p:spPr>
      </p:pic>
      <p:sp>
        <p:nvSpPr>
          <p:cNvPr id="5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C0F15E99-C02F-C566-8827-500E6A9C1D4E}"/>
              </a:ext>
            </a:extLst>
          </p:cNvPr>
          <p:cNvSpPr txBox="1">
            <a:spLocks/>
          </p:cNvSpPr>
          <p:nvPr userDrawn="1"/>
        </p:nvSpPr>
        <p:spPr>
          <a:xfrm>
            <a:off x="504000" y="6145872"/>
            <a:ext cx="6704011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72 Brand" panose="020B0504030603020204" pitchFamily="34" charset="0"/>
                <a:cs typeface="Arial" panose="020B0604020202020204" pitchFamily="34" charset="0"/>
              </a:rPr>
              <a:t>© 2026</a:t>
            </a:r>
            <a:r>
              <a:rPr lang="en-GB" dirty="0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 dirty="0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181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" r="69235" b="-57172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1606" t="3929"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 dirty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 dirty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18 December 2025</a:t>
            </a:fld>
            <a:endParaRPr lang="en-GB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3901" t="45142" r="62601" b="9046"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dirty="0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dirty="0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 dirty="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18 December 2025</a:t>
            </a:fld>
            <a:endParaRPr lang="en-GB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 dirty="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 dirty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 dirty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Search for approved names in real time</a:t>
            </a:r>
            <a:endParaRPr lang="en-US" sz="16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 dirty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 dirty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Copy and paste text </a:t>
            </a:r>
            <a:br>
              <a:rPr lang="en-US" sz="1600" dirty="0">
                <a:latin typeface="72 Brand" panose="020B0504030603020204" pitchFamily="34" charset="0"/>
              </a:rPr>
            </a:br>
            <a:r>
              <a:rPr lang="en-US" sz="1600" dirty="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5422515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4611087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 dirty="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latin typeface="72 Brand" panose="020B0504030603020204" pitchFamily="34" charset="0"/>
              </a:rPr>
              <a:t>Go to </a:t>
            </a:r>
            <a:r>
              <a:rPr lang="en-US" sz="1400" dirty="0">
                <a:latin typeface="72 Brand" panose="020B0504030603020204" pitchFamily="34" charset="0"/>
                <a:hlinkClick r:id="rId10"/>
              </a:rPr>
              <a:t>Media Library</a:t>
            </a:r>
            <a:endParaRPr lang="en-US" sz="1400" dirty="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4600214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 dirty="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latin typeface="72 Brand" panose="020B0504030603020204" pitchFamily="34" charset="0"/>
              </a:rPr>
              <a:t>Go to </a:t>
            </a:r>
            <a:r>
              <a:rPr lang="en-US" sz="1400" dirty="0">
                <a:latin typeface="72 Brand" panose="020B0504030603020204" pitchFamily="34" charset="0"/>
                <a:hlinkClick r:id="rId11"/>
              </a:rPr>
              <a:t>Brand</a:t>
            </a:r>
            <a:endParaRPr lang="en-US" sz="1400" dirty="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4591589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 dirty="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latin typeface="72 Brand" panose="020B0504030603020204" pitchFamily="34" charset="0"/>
              </a:rPr>
              <a:t>Go to </a:t>
            </a:r>
            <a:r>
              <a:rPr lang="en-US" sz="1400" dirty="0">
                <a:latin typeface="72 Brand" panose="020B0504030603020204" pitchFamily="34" charset="0"/>
                <a:hlinkClick r:id="rId12"/>
              </a:rPr>
              <a:t>Naming Center</a:t>
            </a:r>
            <a:endParaRPr lang="en-US" sz="1400" dirty="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458678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 dirty="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latin typeface="72 Brand" panose="020B0504030603020204" pitchFamily="34" charset="0"/>
              </a:rPr>
              <a:t>Go to </a:t>
            </a:r>
            <a:r>
              <a:rPr lang="en-US" sz="1400" dirty="0">
                <a:latin typeface="72 Brand" panose="020B0504030603020204" pitchFamily="34" charset="0"/>
                <a:hlinkClick r:id="rId13"/>
              </a:rPr>
              <a:t>Writing </a:t>
            </a:r>
            <a:r>
              <a:rPr lang="en-US" sz="1400" dirty="0" err="1">
                <a:latin typeface="72 Brand" panose="020B0504030603020204" pitchFamily="34" charset="0"/>
                <a:hlinkClick r:id="rId13"/>
              </a:rPr>
              <a:t>Assitant</a:t>
            </a:r>
            <a:endParaRPr lang="en-US" sz="1400" dirty="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Blue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Teal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Green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Mango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Red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Raspberry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Pink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 dirty="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72 Brand Medium" panose="020B0604030603020204" pitchFamily="34" charset="0"/>
              </a:rPr>
              <a:t>Tips &amp; tricks – your user guide – </a:t>
            </a:r>
            <a:r>
              <a:rPr lang="en-GB" sz="2400" dirty="0" err="1">
                <a:latin typeface="72 Brand Medium" panose="020B0604030603020204" pitchFamily="34" charset="0"/>
              </a:rPr>
              <a:t>color</a:t>
            </a:r>
            <a:r>
              <a:rPr lang="en-GB" sz="2400" dirty="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Copilot layout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5175" cy="6858000"/>
          </a:xfrm>
          <a:prstGeom prst="rect">
            <a:avLst/>
          </a:prstGeom>
          <a:solidFill>
            <a:srgbClr val="8E908C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dirty="0" err="1">
              <a:solidFill>
                <a:srgbClr val="A4A6A2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325" y="656823"/>
            <a:ext cx="11359935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 dirty="0">
                <a:solidFill>
                  <a:schemeClr val="bg1"/>
                </a:solidFill>
                <a:latin typeface="+mj-lt"/>
              </a:rPr>
              <a:t>The layouts following this </a:t>
            </a:r>
            <a:r>
              <a:rPr lang="en-GB" sz="4400" b="0" i="1" noProof="0" dirty="0">
                <a:solidFill>
                  <a:schemeClr val="bg1"/>
                </a:solidFill>
                <a:latin typeface="+mj-lt"/>
              </a:rPr>
              <a:t>are MS Copilot ones</a:t>
            </a:r>
            <a:r>
              <a:rPr lang="en-GB" sz="4400" b="0" i="0" noProof="0" dirty="0">
                <a:solidFill>
                  <a:schemeClr val="bg1"/>
                </a:solidFill>
                <a:latin typeface="+mj-lt"/>
              </a:rPr>
              <a:t> – please </a:t>
            </a:r>
            <a:r>
              <a:rPr lang="en-GB" sz="4400" b="0" noProof="0" dirty="0">
                <a:solidFill>
                  <a:schemeClr val="bg1"/>
                </a:solidFill>
                <a:latin typeface="+mn-lt"/>
              </a:rPr>
              <a:t>do not use them. </a:t>
            </a:r>
            <a:br>
              <a:rPr lang="en-GB" sz="4400" b="0" noProof="0" dirty="0">
                <a:solidFill>
                  <a:schemeClr val="bg1"/>
                </a:solidFill>
                <a:latin typeface="+mn-lt"/>
              </a:rPr>
            </a:br>
            <a:r>
              <a:rPr lang="en-GB" sz="4400" b="0" noProof="0" dirty="0">
                <a:solidFill>
                  <a:schemeClr val="bg1"/>
                </a:solidFill>
                <a:latin typeface="+mn-lt"/>
              </a:rPr>
              <a:t>These layouts </a:t>
            </a:r>
            <a:r>
              <a:rPr lang="en-GB" sz="4400" b="0" i="0" u="none" noProof="0" dirty="0">
                <a:solidFill>
                  <a:schemeClr val="bg1"/>
                </a:solidFill>
                <a:latin typeface="72 Brand" panose="020B0504030603020204" pitchFamily="34" charset="0"/>
              </a:rPr>
              <a:t>are</a:t>
            </a:r>
            <a:r>
              <a:rPr lang="en-GB" sz="4400" b="0" i="0" u="none" noProof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4400" b="0" i="1" u="sng" noProof="0" dirty="0">
                <a:solidFill>
                  <a:schemeClr val="bg1"/>
                </a:solidFill>
                <a:latin typeface="+mj-lt"/>
              </a:rPr>
              <a:t>not</a:t>
            </a:r>
            <a:r>
              <a:rPr lang="en-GB" sz="4400" b="0" i="0" u="none" noProof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4400" b="0" noProof="0" dirty="0">
                <a:solidFill>
                  <a:schemeClr val="bg1"/>
                </a:solidFill>
                <a:latin typeface="+mn-lt"/>
              </a:rPr>
              <a:t>for manual use</a:t>
            </a:r>
            <a:br>
              <a:rPr lang="en-GB" sz="2800" b="0" noProof="0" dirty="0">
                <a:solidFill>
                  <a:schemeClr val="bg1"/>
                </a:solidFill>
                <a:latin typeface="+mn-lt"/>
              </a:rPr>
            </a:br>
            <a:br>
              <a:rPr lang="en-GB" sz="2800" b="0" noProof="0" dirty="0">
                <a:solidFill>
                  <a:schemeClr val="bg1"/>
                </a:solidFill>
                <a:latin typeface="+mn-lt"/>
              </a:rPr>
            </a:br>
            <a:endParaRPr lang="en-GB" sz="2800" b="0" noProof="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7584" y="3325226"/>
            <a:ext cx="103705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325" y="3029169"/>
            <a:ext cx="101549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600" b="0" i="1" noProof="0" dirty="0">
                <a:solidFill>
                  <a:schemeClr val="bg1"/>
                </a:solidFill>
                <a:latin typeface="+mj-lt"/>
              </a:rPr>
              <a:t>Copilot layouts</a:t>
            </a:r>
            <a:endParaRPr lang="en-GB" sz="1800" b="0" i="1" noProof="0" dirty="0">
              <a:latin typeface="+mj-lt"/>
            </a:endParaRPr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326" y="5186455"/>
            <a:ext cx="1135993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 dirty="0">
                <a:solidFill>
                  <a:schemeClr val="bg1"/>
                </a:solidFill>
                <a:latin typeface="+mn-lt"/>
              </a:rPr>
              <a:t>Due to MS Copilot functionality these layouts are placed in your template to be used ONLY in the Generative AI process. </a:t>
            </a:r>
            <a:br>
              <a:rPr lang="en-GB" sz="2000" b="0" noProof="0" dirty="0">
                <a:solidFill>
                  <a:schemeClr val="bg1"/>
                </a:solidFill>
                <a:latin typeface="+mn-lt"/>
              </a:rPr>
            </a:br>
            <a:endParaRPr lang="en-GB" sz="2000" b="0" noProof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249" y="6537073"/>
            <a:ext cx="985275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E5A79F-CEE8-4C11-A8A5-0D02CD0019B9}" type="datetime4">
              <a:rPr lang="en-US" smtClean="0"/>
              <a:pPr/>
              <a:t>December 18, 2025</a:t>
            </a:fld>
            <a:endParaRPr lang="en-GB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84685" y="6537073"/>
            <a:ext cx="2948351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0341" y="6537073"/>
            <a:ext cx="265838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02789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5175" cy="6861496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52355" y="1230008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80033711" name="LogoWhite-Dynamic" descr="{&quot;templafy&quot;:{&quot;id&quot;:&quot;f6b63be9-146f-4355-b4ef-6e3d37222459&quot;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70C7C75-B8E8-8263-D763-8DE1A07D6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000" y="4267200"/>
            <a:ext cx="5471873" cy="49371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44145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389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2CB99639-CA6D-C021-C2BB-8FB93A08B673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70087874" name="LogoWhite-Dynamic" descr="{&quot;templafy&quot;:{&quot;id&quot;:&quot;b40c0a34-001f-4cc8-810a-ebf1d48ddb8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4000" y="2706317"/>
            <a:ext cx="6418067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F8C5CA6-1B07-0B13-95CA-1433F380A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000" y="4267200"/>
            <a:ext cx="5503449" cy="49371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942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A2F6B6-06DC-4EF7-2D70-B673B7F346C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238" y="1543050"/>
            <a:ext cx="11187112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30026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0164F-A425-DAFF-4F8D-CCD2435E15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239" y="1543050"/>
            <a:ext cx="5467350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021143-2BA7-B3E8-AD6C-9FD4302A49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3000" y="1543050"/>
            <a:ext cx="5467350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239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7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7371589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487FD-3B81-5414-D8EE-7961A987577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3238" y="1543050"/>
            <a:ext cx="7372350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66399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7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21413" y="1557338"/>
            <a:ext cx="5469064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screenshot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72F2B-0434-6AC5-5E2E-E10ABDD1A7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3237" y="1543050"/>
            <a:ext cx="5464175" cy="4810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57200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5175" cy="6858000"/>
          </a:xfrm>
          <a:prstGeom prst="rect">
            <a:avLst/>
          </a:prstGeom>
          <a:solidFill>
            <a:srgbClr val="EE3939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dirty="0" err="1">
              <a:solidFill>
                <a:srgbClr val="A4A6A2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325" y="656823"/>
            <a:ext cx="11359935" cy="27853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 dirty="0">
                <a:solidFill>
                  <a:schemeClr val="bg1"/>
                </a:solidFill>
                <a:latin typeface="+mj-lt"/>
              </a:rPr>
              <a:t>The layouts following this one belong </a:t>
            </a:r>
            <a:br>
              <a:rPr lang="en-GB" sz="4400" b="0" noProof="0" dirty="0">
                <a:solidFill>
                  <a:schemeClr val="bg1"/>
                </a:solidFill>
                <a:latin typeface="+mj-lt"/>
              </a:rPr>
            </a:br>
            <a:r>
              <a:rPr lang="en-GB" sz="4400" b="0" noProof="0" dirty="0">
                <a:solidFill>
                  <a:schemeClr val="bg1"/>
                </a:solidFill>
                <a:latin typeface="+mj-lt"/>
              </a:rPr>
              <a:t>to templates other than the officially distributed SAP PowerPoint template.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 dirty="0">
                <a:solidFill>
                  <a:schemeClr val="bg1"/>
                </a:solidFill>
                <a:latin typeface="+mn-lt"/>
              </a:rPr>
              <a:t>Please do not use them.</a:t>
            </a:r>
            <a:endParaRPr lang="en-GB" sz="2800" b="0" noProof="0" dirty="0">
              <a:solidFill>
                <a:schemeClr val="bg1"/>
              </a:solidFill>
              <a:latin typeface="72 Brand" panose="020B0504030603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7583" y="4661326"/>
            <a:ext cx="103705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324" y="4365269"/>
            <a:ext cx="101549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600" b="1" i="1" noProof="0" dirty="0">
                <a:solidFill>
                  <a:schemeClr val="bg1"/>
                </a:solidFill>
                <a:latin typeface="+mj-lt"/>
              </a:rPr>
              <a:t>Other layouts</a:t>
            </a:r>
            <a:endParaRPr lang="en-GB" sz="1800" b="1" i="1" noProof="0" dirty="0">
              <a:latin typeface="+mj-lt"/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249" y="6537073"/>
            <a:ext cx="985275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E5A79F-CEE8-4C11-A8A5-0D02CD0019B9}" type="datetime4">
              <a:rPr lang="en-US" smtClean="0"/>
              <a:pPr/>
              <a:t>December 18, 2025</a:t>
            </a:fld>
            <a:endParaRPr lang="en-GB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84685" y="6537073"/>
            <a:ext cx="2948351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0341" y="6537073"/>
            <a:ext cx="265838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36788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theme" Target="../theme/theme1.xml"/><Relationship Id="rId47" Type="http://schemas.openxmlformats.org/officeDocument/2006/relationships/tags" Target="../tags/tag2.xml"/><Relationship Id="rId48" Type="http://schemas.openxmlformats.org/officeDocument/2006/relationships/tags" Target="../tags/tag3.xml"/><Relationship Id="rId49" Type="http://schemas.openxmlformats.org/officeDocument/2006/relationships/tags" Target="../tags/tag4.xml"/><Relationship Id="rId50" Type="http://schemas.openxmlformats.org/officeDocument/2006/relationships/tags" Target="../tags/tag5.xml"/><Relationship Id="rId51" Type="http://schemas.openxmlformats.org/officeDocument/2006/relationships/tags" Target="../tags/tag6.xml"/><Relationship Id="rId52" Type="http://schemas.openxmlformats.org/officeDocument/2006/relationships/tags" Target="../tags/tag7.xml"/><Relationship Id="rId53" Type="http://schemas.openxmlformats.org/officeDocument/2006/relationships/tags" Target="../tags/tag8.xml"/><Relationship Id="rId54" Type="http://schemas.openxmlformats.org/officeDocument/2006/relationships/tags" Target="../tags/tag9.xml"/><Relationship Id="rId55" Type="http://schemas.openxmlformats.org/officeDocument/2006/relationships/tags" Target="../tags/tag10.xml"/><Relationship Id="rId56" Type="http://schemas.openxmlformats.org/officeDocument/2006/relationships/tags" Target="../tags/tag11.xml"/><Relationship Id="rId57" Type="http://schemas.openxmlformats.org/officeDocument/2006/relationships/tags" Target="../tags/tag12.xml"/><Relationship Id="rId58" Type="http://schemas.openxmlformats.org/officeDocument/2006/relationships/tags" Target="../tags/tag13.xml"/><Relationship Id="rId59" Type="http://schemas.openxmlformats.org/officeDocument/2006/relationships/tags" Target="../tags/tag14.xml"/><Relationship Id="rId60" Type="http://schemas.openxmlformats.org/officeDocument/2006/relationships/tags" Target="../tags/tag15.xml"/><Relationship Id="rId61" Type="http://schemas.openxmlformats.org/officeDocument/2006/relationships/tags" Target="../tags/tag16.xml"/><Relationship Id="rId62" Type="http://schemas.openxmlformats.org/officeDocument/2006/relationships/tags" Target="../tags/tag17.xml"/><Relationship Id="rId63" Type="http://schemas.openxmlformats.org/officeDocument/2006/relationships/tags" Target="../tags/tag18.xml"/><Relationship Id="rId64" Type="http://schemas.openxmlformats.org/officeDocument/2006/relationships/tags" Target="../tags/tag19.xml"/><Relationship Id="rId65" Type="http://schemas.openxmlformats.org/officeDocument/2006/relationships/tags" Target="../tags/tag20.xml"/><Relationship Id="rId66" Type="http://schemas.openxmlformats.org/officeDocument/2006/relationships/tags" Target="../tags/tag21.xml"/><Relationship Id="rId67" Type="http://schemas.openxmlformats.org/officeDocument/2006/relationships/tags" Target="../tags/tag22.xml"/><Relationship Id="rId68" Type="http://schemas.openxmlformats.org/officeDocument/2006/relationships/tags" Target="../tags/tag23.xml"/><Relationship Id="rId69" Type="http://schemas.openxmlformats.org/officeDocument/2006/relationships/tags" Target="../tags/tag24.xml"/><Relationship Id="rId70" Type="http://schemas.openxmlformats.org/officeDocument/2006/relationships/tags" Target="../tags/tag25.xml"/><Relationship Id="rId71" Type="http://schemas.openxmlformats.org/officeDocument/2006/relationships/tags" Target="../tags/tag26.xml"/><Relationship Id="rId72" Type="http://schemas.openxmlformats.org/officeDocument/2006/relationships/tags" Target="../tags/tag27.xml"/><Relationship Id="rId73" Type="http://schemas.openxmlformats.org/officeDocument/2006/relationships/tags" Target="../tags/tag28.xml"/><Relationship Id="rId74" Type="http://schemas.openxmlformats.org/officeDocument/2006/relationships/tags" Target="../tags/tag29.xml"/><Relationship Id="rId75" Type="http://schemas.openxmlformats.org/officeDocument/2006/relationships/tags" Target="../tags/tag30.xml"/><Relationship Id="rId76" Type="http://schemas.openxmlformats.org/officeDocument/2006/relationships/tags" Target="../tags/tag31.xml"/><Relationship Id="rId77" Type="http://schemas.openxmlformats.org/officeDocument/2006/relationships/tags" Target="../tags/tag32.xml"/><Relationship Id="rId78" Type="http://schemas.openxmlformats.org/officeDocument/2006/relationships/tags" Target="../tags/tag33.xml"/><Relationship Id="rId79" Type="http://schemas.openxmlformats.org/officeDocument/2006/relationships/tags" Target="../tags/tag34.xml"/><Relationship Id="rId80" Type="http://schemas.openxmlformats.org/officeDocument/2006/relationships/tags" Target="../tags/tag35.xml"/><Relationship Id="rId81" Type="http://schemas.openxmlformats.org/officeDocument/2006/relationships/tags" Target="../tags/tag36.xml"/><Relationship Id="rId82" Type="http://schemas.openxmlformats.org/officeDocument/2006/relationships/tags" Target="../tags/tag37.xml"/><Relationship Id="rId83" Type="http://schemas.openxmlformats.org/officeDocument/2006/relationships/tags" Target="../tags/tag38.xml"/><Relationship Id="rId84" Type="http://schemas.openxmlformats.org/officeDocument/2006/relationships/tags" Target="../tags/tag39.xml"/><Relationship Id="rId85" Type="http://schemas.openxmlformats.org/officeDocument/2006/relationships/tags" Target="../tags/tag40.xml"/><Relationship Id="rId86" Type="http://schemas.openxmlformats.org/officeDocument/2006/relationships/tags" Target="../tags/tag41.xml"/><Relationship Id="rId87" Type="http://schemas.openxmlformats.org/officeDocument/2006/relationships/tags" Target="../tags/tag42.xml"/><Relationship Id="rId88" Type="http://schemas.openxmlformats.org/officeDocument/2006/relationships/tags" Target="../tags/tag43.xml"/><Relationship Id="rId89" Type="http://schemas.openxmlformats.org/officeDocument/2006/relationships/tags" Target="../tags/tag44.xml"/><Relationship Id="rId90" Type="http://schemas.openxmlformats.org/officeDocument/2006/relationships/tags" Target="../tags/tag45.xml"/><Relationship Id="rId91" Type="http://schemas.openxmlformats.org/officeDocument/2006/relationships/tags" Target="../tags/tag46.xml"/><Relationship Id="rId92" Type="http://schemas.openxmlformats.org/officeDocument/2006/relationships/tags" Target="../tags/tag47.xml"/><Relationship Id="rId93" Type="http://schemas.openxmlformats.org/officeDocument/2006/relationships/tags" Target="../tags/tag48.xml"/><Relationship Id="rId94" Type="http://schemas.openxmlformats.org/officeDocument/2006/relationships/tags" Target="../tags/tag49.xml"/><Relationship Id="rId95" Type="http://schemas.openxmlformats.org/officeDocument/2006/relationships/tags" Target="../tags/tag50.xml"/><Relationship Id="rId96" Type="http://schemas.openxmlformats.org/officeDocument/2006/relationships/tags" Target="../tags/tag51.xml"/><Relationship Id="rId97" Type="http://schemas.openxmlformats.org/officeDocument/2006/relationships/tags" Target="../tags/tag52.xml"/><Relationship Id="rId98" Type="http://schemas.openxmlformats.org/officeDocument/2006/relationships/tags" Target="../tags/tag53.xml"/><Relationship Id="rId99" Type="http://schemas.openxmlformats.org/officeDocument/2006/relationships/tags" Target="../tags/tag54.xml"/><Relationship Id="rId100" Type="http://schemas.openxmlformats.org/officeDocument/2006/relationships/tags" Target="../tags/tag55.xml"/><Relationship Id="rId101" Type="http://schemas.openxmlformats.org/officeDocument/2006/relationships/tags" Target="../tags/tag56.xml"/><Relationship Id="rId102" Type="http://schemas.openxmlformats.org/officeDocument/2006/relationships/tags" Target="../tags/tag57.xml"/><Relationship Id="rId103" Type="http://schemas.openxmlformats.org/officeDocument/2006/relationships/tags" Target="../tags/tag58.xml"/><Relationship Id="rId104" Type="http://schemas.openxmlformats.org/officeDocument/2006/relationships/tags" Target="../tags/tag59.xml"/><Relationship Id="rId105" Type="http://schemas.openxmlformats.org/officeDocument/2006/relationships/tags" Target="../tags/tag60.xml"/><Relationship Id="rId106" Type="http://schemas.openxmlformats.org/officeDocument/2006/relationships/tags" Target="../tags/tag61.xml"/><Relationship Id="rId107" Type="http://schemas.openxmlformats.org/officeDocument/2006/relationships/tags" Target="../tags/tag62.xml"/><Relationship Id="rId108" Type="http://schemas.openxmlformats.org/officeDocument/2006/relationships/tags" Target="../tags/tag63.xml"/><Relationship Id="rId109" Type="http://schemas.openxmlformats.org/officeDocument/2006/relationships/tags" Target="../tags/tag64.xml"/><Relationship Id="rId110" Type="http://schemas.openxmlformats.org/officeDocument/2006/relationships/tags" Target="../tags/tag65.xml"/><Relationship Id="rId111" Type="http://schemas.openxmlformats.org/officeDocument/2006/relationships/tags" Target="../tags/tag66.xml"/><Relationship Id="rId112" Type="http://schemas.openxmlformats.org/officeDocument/2006/relationships/tags" Target="../tags/tag67.xml"/><Relationship Id="rId113" Type="http://schemas.openxmlformats.org/officeDocument/2006/relationships/tags" Target="../tags/tag68.xml"/><Relationship Id="rId114" Type="http://schemas.openxmlformats.org/officeDocument/2006/relationships/tags" Target="../tags/tag69.xml"/><Relationship Id="rId115" Type="http://schemas.openxmlformats.org/officeDocument/2006/relationships/tags" Target="../tags/tag70.xml"/><Relationship Id="rId116" Type="http://schemas.openxmlformats.org/officeDocument/2006/relationships/tags" Target="../tags/tag71.xml"/><Relationship Id="rId117" Type="http://schemas.openxmlformats.org/officeDocument/2006/relationships/tags" Target="../tags/tag72.xml"/><Relationship Id="rId118" Type="http://schemas.openxmlformats.org/officeDocument/2006/relationships/tags" Target="../tags/tag73.xml"/><Relationship Id="rId119" Type="http://schemas.openxmlformats.org/officeDocument/2006/relationships/tags" Target="../tags/tag74.xml"/><Relationship Id="rId120" Type="http://schemas.openxmlformats.org/officeDocument/2006/relationships/tags" Target="../tags/tag75.xml"/><Relationship Id="rId121" Type="http://schemas.openxmlformats.org/officeDocument/2006/relationships/tags" Target="../tags/tag76.xml"/><Relationship Id="rId122" Type="http://schemas.openxmlformats.org/officeDocument/2006/relationships/tags" Target="../tags/tag77.xml"/><Relationship Id="rId123" Type="http://schemas.openxmlformats.org/officeDocument/2006/relationships/tags" Target="../tags/tag78.xml"/><Relationship Id="rId124" Type="http://schemas.openxmlformats.org/officeDocument/2006/relationships/tags" Target="../tags/tag79.xml"/><Relationship Id="rId125" Type="http://schemas.openxmlformats.org/officeDocument/2006/relationships/tags" Target="../tags/tag80.xml"/><Relationship Id="rId126" Type="http://schemas.openxmlformats.org/officeDocument/2006/relationships/tags" Target="../tags/tag81.xml"/><Relationship Id="rId127" Type="http://schemas.openxmlformats.org/officeDocument/2006/relationships/tags" Target="../tags/tag82.xml"/><Relationship Id="rId128" Type="http://schemas.openxmlformats.org/officeDocument/2006/relationships/tags" Target="../tags/tag83.xml"/><Relationship Id="rId129" Type="http://schemas.openxmlformats.org/officeDocument/2006/relationships/tags" Target="../tags/tag84.xml"/><Relationship Id="rId130" Type="http://schemas.openxmlformats.org/officeDocument/2006/relationships/tags" Target="../tags/tag85.xml"/><Relationship Id="rId131" Type="http://schemas.openxmlformats.org/officeDocument/2006/relationships/tags" Target="../tags/tag86.xml"/><Relationship Id="rId132" Type="http://schemas.openxmlformats.org/officeDocument/2006/relationships/tags" Target="../tags/tag87.xml"/><Relationship Id="rId133" Type="http://schemas.openxmlformats.org/officeDocument/2006/relationships/tags" Target="../tags/tag88.xml"/><Relationship Id="rId134" Type="http://schemas.openxmlformats.org/officeDocument/2006/relationships/tags" Target="../tags/tag89.xml"/><Relationship Id="rId135" Type="http://schemas.openxmlformats.org/officeDocument/2006/relationships/tags" Target="../tags/tag90.xml"/><Relationship Id="rId136" Type="http://schemas.openxmlformats.org/officeDocument/2006/relationships/tags" Target="../tags/tag91.xml"/><Relationship Id="rId137" Type="http://schemas.openxmlformats.org/officeDocument/2006/relationships/tags" Target="../tags/tag92.xml"/><Relationship Id="rId138" Type="http://schemas.openxmlformats.org/officeDocument/2006/relationships/tags" Target="../tags/tag93.xml"/><Relationship Id="rId139" Type="http://schemas.openxmlformats.org/officeDocument/2006/relationships/tags" Target="../tags/tag94.xml"/><Relationship Id="rId140" Type="http://schemas.openxmlformats.org/officeDocument/2006/relationships/tags" Target="../tags/tag95.xml"/><Relationship Id="rId141" Type="http://schemas.openxmlformats.org/officeDocument/2006/relationships/tags" Target="../tags/tag96.xml"/><Relationship Id="rId142" Type="http://schemas.openxmlformats.org/officeDocument/2006/relationships/tags" Target="../tags/tag97.xml"/><Relationship Id="rId143" Type="http://schemas.openxmlformats.org/officeDocument/2006/relationships/tags" Target="../tags/tag98.xml"/><Relationship Id="rId144" Type="http://schemas.openxmlformats.org/officeDocument/2006/relationships/tags" Target="../tags/tag99.xml"/><Relationship Id="rId145" Type="http://schemas.openxmlformats.org/officeDocument/2006/relationships/tags" Target="../tags/tag100.xml"/><Relationship Id="rId146" Type="http://schemas.openxmlformats.org/officeDocument/2006/relationships/tags" Target="../tags/tag101.xml"/><Relationship Id="rId147" Type="http://schemas.openxmlformats.org/officeDocument/2006/relationships/tags" Target="../tags/tag102.xml"/><Relationship Id="rId148" Type="http://schemas.openxmlformats.org/officeDocument/2006/relationships/tags" Target="../tags/tag103.xml"/><Relationship Id="rId149" Type="http://schemas.openxmlformats.org/officeDocument/2006/relationships/tags" Target="../tags/tag104.xml"/><Relationship Id="rId150" Type="http://schemas.openxmlformats.org/officeDocument/2006/relationships/tags" Target="../tags/tag105.xml"/><Relationship Id="rId151" Type="http://schemas.openxmlformats.org/officeDocument/2006/relationships/tags" Target="../tags/tag106.xml"/><Relationship Id="rId152" Type="http://schemas.openxmlformats.org/officeDocument/2006/relationships/tags" Target="../tags/tag107.xml"/><Relationship Id="rId153" Type="http://schemas.openxmlformats.org/officeDocument/2006/relationships/tags" Target="../tags/tag108.xml"/><Relationship Id="rId154" Type="http://schemas.openxmlformats.org/officeDocument/2006/relationships/tags" Target="../tags/tag109.xml"/><Relationship Id="rId155" Type="http://schemas.openxmlformats.org/officeDocument/2006/relationships/tags" Target="../tags/tag110.xml"/><Relationship Id="rId156" Type="http://schemas.openxmlformats.org/officeDocument/2006/relationships/tags" Target="../tags/tag111.xml"/><Relationship Id="rId157" Type="http://schemas.openxmlformats.org/officeDocument/2006/relationships/tags" Target="../tags/tag112.xml"/><Relationship Id="rId158" Type="http://schemas.openxmlformats.org/officeDocument/2006/relationships/tags" Target="../tags/tag113.xml"/><Relationship Id="rId159" Type="http://schemas.openxmlformats.org/officeDocument/2006/relationships/tags" Target="../tags/tag114.xml"/><Relationship Id="rId160" Type="http://schemas.openxmlformats.org/officeDocument/2006/relationships/tags" Target="../tags/tag115.xml"/><Relationship Id="rId161" Type="http://schemas.openxmlformats.org/officeDocument/2006/relationships/tags" Target="../tags/tag116.xml"/><Relationship Id="rId162" Type="http://schemas.openxmlformats.org/officeDocument/2006/relationships/tags" Target="../tags/tag117.xml"/><Relationship Id="rId163" Type="http://schemas.openxmlformats.org/officeDocument/2006/relationships/tags" Target="../tags/tag118.xml"/><Relationship Id="rId164" Type="http://schemas.openxmlformats.org/officeDocument/2006/relationships/tags" Target="../tags/tag119.xml"/><Relationship Id="rId165" Type="http://schemas.openxmlformats.org/officeDocument/2006/relationships/tags" Target="../tags/tag120.xml"/><Relationship Id="rId166" Type="http://schemas.openxmlformats.org/officeDocument/2006/relationships/tags" Target="../tags/tag121.xml"/><Relationship Id="rId167" Type="http://schemas.openxmlformats.org/officeDocument/2006/relationships/tags" Target="../tags/tag122.xml"/><Relationship Id="rId168" Type="http://schemas.openxmlformats.org/officeDocument/2006/relationships/tags" Target="../tags/tag123.xml"/><Relationship Id="rId169" Type="http://schemas.openxmlformats.org/officeDocument/2006/relationships/tags" Target="../tags/tag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8046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Start typing to add text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  <a:p>
            <a:pPr lvl="5"/>
            <a:r>
              <a:rPr lang="en-US" dirty="0"/>
              <a:t>Level 6</a:t>
            </a:r>
          </a:p>
          <a:p>
            <a:pPr lvl="6"/>
            <a:r>
              <a:rPr lang="en-US" dirty="0"/>
              <a:t>Level 7</a:t>
            </a:r>
          </a:p>
          <a:p>
            <a:pPr lvl="7"/>
            <a:r>
              <a:rPr lang="en-US" dirty="0"/>
              <a:t>Level 8</a:t>
            </a:r>
          </a:p>
          <a:p>
            <a:pPr lvl="8"/>
            <a:r>
              <a:rPr lang="en-US" dirty="0"/>
              <a:t>Level 9</a:t>
            </a:r>
          </a:p>
          <a:p>
            <a:pPr lvl="0"/>
            <a:endParaRPr lang="en-US" noProof="0" dirty="0"/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47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6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6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6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6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48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6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6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6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6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6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49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5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5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5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5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5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5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6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50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804D4-CFCB-3760-6825-6437954DC9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203200" y="6563360"/>
            <a:ext cx="2144713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E" sz="600">
                <a:solidFill>
                  <a:srgbClr val="000000">
                    <a:alpha val="50000"/>
                  </a:srgbClr>
                </a:solidFill>
                <a:latin typeface="72 Brand" panose="020B0504030603020204" pitchFamily="34" charset="0"/>
              </a:rPr>
              <a:t>                 INTERNAL ‒ SAP and External Parties under NDA Only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05" r:id="rId2"/>
    <p:sldLayoutId id="2147483780" r:id="rId3"/>
    <p:sldLayoutId id="2147483787" r:id="rId4"/>
    <p:sldLayoutId id="2147483816" r:id="rId5"/>
    <p:sldLayoutId id="2147483817" r:id="rId6"/>
    <p:sldLayoutId id="2147483818" r:id="rId7"/>
    <p:sldLayoutId id="2147483777" r:id="rId8"/>
    <p:sldLayoutId id="2147483788" r:id="rId9"/>
    <p:sldLayoutId id="2147483821" r:id="rId10"/>
    <p:sldLayoutId id="2147483823" r:id="rId11"/>
    <p:sldLayoutId id="2147483808" r:id="rId12"/>
    <p:sldLayoutId id="2147483741" r:id="rId13"/>
    <p:sldLayoutId id="2147483813" r:id="rId14"/>
    <p:sldLayoutId id="2147483765" r:id="rId15"/>
    <p:sldLayoutId id="2147483811" r:id="rId16"/>
    <p:sldLayoutId id="2147483767" r:id="rId17"/>
    <p:sldLayoutId id="2147483815" r:id="rId18"/>
    <p:sldLayoutId id="2147483812" r:id="rId19"/>
    <p:sldLayoutId id="2147483774" r:id="rId20"/>
    <p:sldLayoutId id="2147483745" r:id="rId21"/>
    <p:sldLayoutId id="2147483760" r:id="rId22"/>
    <p:sldLayoutId id="2147483768" r:id="rId23"/>
    <p:sldLayoutId id="2147483769" r:id="rId24"/>
    <p:sldLayoutId id="2147483770" r:id="rId25"/>
    <p:sldLayoutId id="2147483757" r:id="rId26"/>
    <p:sldLayoutId id="2147483771" r:id="rId27"/>
    <p:sldLayoutId id="2147483763" r:id="rId28"/>
    <p:sldLayoutId id="2147483751" r:id="rId29"/>
    <p:sldLayoutId id="2147483825" r:id="rId30"/>
    <p:sldLayoutId id="2147483826" r:id="rId31"/>
    <p:sldLayoutId id="2147483740" r:id="rId32"/>
    <p:sldLayoutId id="2147483810" r:id="rId33"/>
    <p:sldLayoutId id="2147483756" r:id="rId34"/>
    <p:sldLayoutId id="2147483824" r:id="rId35"/>
    <p:sldLayoutId id="2147483829" r:id="rId36"/>
    <p:sldLayoutId id="2147483828" r:id="rId37"/>
    <p:sldLayoutId id="2147483795" r:id="rId38"/>
    <p:sldLayoutId id="2147483796" r:id="rId39"/>
    <p:sldLayoutId id="2147483797" r:id="rId40"/>
    <p:sldLayoutId id="2147483801" r:id="rId41"/>
    <p:sldLayoutId id="2147483802" r:id="rId42"/>
    <p:sldLayoutId id="2147483803" r:id="rId43"/>
    <p:sldLayoutId id="2147483804" r:id="rId44"/>
    <p:sldLayoutId id="2147483819" r:id="rId45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SAP Presentation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5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Introduction</a:t>
            </a:r>
          </a:p>
          <a:p>
            <a:r>
              <a:t>Main Topics</a:t>
            </a:r>
          </a:p>
          <a:p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Point 1: Important information</a:t>
            </a:r>
          </a:p>
          <a:p>
            <a:r>
              <a:t>Point 2: Additional details</a:t>
            </a:r>
          </a:p>
          <a:p>
            <a:r>
              <a:t>Point 3: Summary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 Corp.pptx" id="{587A00B1-B031-4433-B0F7-B777BBFCD3C9}" vid="{939EAAA2-FFD9-487D-9C18-F9CDCFEEE91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3,"isValidatorEnabled":false,"isLocked":false,"elementsMetadata":[],"slideId":"1328131217384275987","enableDocumentContentUpdater":false,"version":"2.0"}]]></TemplafySlideTemplateConfiguration>
</file>

<file path=customXml/item3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68","enableDocumentContentUpdater":false,"version":"2.0"}]]></TemplafySlideTemplateConfigur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79f7773-5b16-460b-be9a-e10be11b395c">
      <Terms xmlns="http://schemas.microsoft.com/office/infopath/2007/PartnerControls"/>
    </lcf76f155ced4ddcb4097134ff3c332f>
    <TaxCatchAll xmlns="0e00d59e-b0d2-4e67-be34-67e465b0fbed" xsi:nil="true"/>
  </documentManagement>
</p:properties>
</file>

<file path=customXml/item5.xml><?xml version="1.0" encoding="utf-8"?>
<TemplafySlideTemplateConfiguration><![CDATA[{"slideVersion":3,"isValidatorEnabled":false,"isLocked":false,"elementsMetadata":[],"slideId":"1328131217384275978","enableDocumentContentUpdater":fals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3,"isValidatorEnabled":false,"isLocked":false,"elementsMetadata":[],"slideId":"1328131217384275972","enableDocumentContentUpdater":false,"version":"2.0"}]]></TemplafySlideTemplateConfiguration>
</file>

<file path=customXml/item8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9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slideVersion":3,"isValidatorEnabled":false,"isLocked":false,"elementsMetadata":[],"slideId":"1328131217384275985","enableDocumentContentUpdater":false,"version":"2.0"}]]></TemplafySlideTemplateConfiguration>
</file>

<file path=customXml/item12.xml><?xml version="1.0" encoding="utf-8"?>
<TemplafySlideTemplateConfiguration><![CDATA[{"slideVersion":3,"isValidatorEnabled":false,"isLocked":false,"elementsMetadata":[],"slideId":"1328131217384275976","enableDocumentContentUpdater":false,"version":"2.0"}]]></TemplafySlideTemplateConfiguration>
</file>

<file path=customXml/item13.xml><?xml version="1.0" encoding="utf-8"?>
<TemplafySlideTemplateConfiguration><![CDATA[{"slideVersion":3,"isValidatorEnabled":false,"isLocked":false,"elementsMetadata":[],"slideId":"1328131217384275983","enableDocumentContentUpdater":false,"version":"2.0"}]]></TemplafySlideTemplateConfiguration>
</file>

<file path=customXml/item14.xml><?xml version="1.0" encoding="utf-8"?>
<TemplafySlideTemplateConfiguration><![CDATA[{"slideVersion":3,"isValidatorEnabled":false,"isLocked":false,"elementsMetadata":[],"slideId":"1328131217384275977","enableDocumentContentUpdater":false,"version":"2.0"}]]></TemplafySlideTemplate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17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]}]]></TemplafySlideFormConfiguration>
</file>

<file path=customXml/item18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4034B036C92A4A897F8A958DF51533" ma:contentTypeVersion="19" ma:contentTypeDescription="Create a new document." ma:contentTypeScope="" ma:versionID="501d55e664131ef2dd5afebc2e671bb4">
  <xsd:schema xmlns:xsd="http://www.w3.org/2001/XMLSchema" xmlns:xs="http://www.w3.org/2001/XMLSchema" xmlns:p="http://schemas.microsoft.com/office/2006/metadata/properties" xmlns:ns2="779f7773-5b16-460b-be9a-e10be11b395c" xmlns:ns3="0e00d59e-b0d2-4e67-be34-67e465b0fbed" targetNamespace="http://schemas.microsoft.com/office/2006/metadata/properties" ma:root="true" ma:fieldsID="ae974cdccaeeef86084a7690bd7a6e3b" ns2:_="" ns3:_="">
    <xsd:import namespace="779f7773-5b16-460b-be9a-e10be11b395c"/>
    <xsd:import namespace="0e00d59e-b0d2-4e67-be34-67e465b0fb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9f7773-5b16-460b-be9a-e10be11b39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7b3fb9d-ee0a-40a8-bd42-4026b75186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0d59e-b0d2-4e67-be34-67e465b0fbe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f1e2fc8-60f5-4b88-a701-67d77da430d9}" ma:internalName="TaxCatchAll" ma:showField="CatchAllData" ma:web="0e00d59e-b0d2-4e67-be34-67e465b0fb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9.xml><?xml version="1.0" encoding="utf-8"?>
<TemplafySlideTemplateConfiguration><![CDATA[{"slideVersion":3,"isValidatorEnabled":false,"isLocked":false,"elementsMetadata":[],"slideId":"1328131217384275979","enableDocumentContentUpdater":false,"version":"2.0"}]]></TemplafySlideTemplateConfiguration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TemplateConfiguration><![CDATA[{"slideVersion":3,"isValidatorEnabled":false,"isLocked":false,"elementsMetadata":[{"type":"shape","elementConfiguration":{"binding":"{{Form.SpeakerName}}","visibility":"","type":"text","disableUpdates":false,"renderAsMarkdown":false}},{"type":"shape","elementConfiguration":{"binding":"{{Form.Position}}\n{{Form.Address}}\n{{Form.City}} \n{{Form.Email}}","visibility":"","type":"text","disableUpdates":false,"renderAsMarkdown":false}}],"slideId":"1328131217384275984","enableDocumentContentUpdater":false,"version":"2.0"}]]></TemplafySlideTemplateConfiguration>
</file>

<file path=customXml/item22.xml><?xml version="1.0" encoding="utf-8"?>
<TemplafySlideFormConfiguration><![CDATA[{"formFields":[],"formDataEntries":[]}]]></TemplafySlideFormConfiguration>
</file>

<file path=customXml/item23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White}}","visibility":"","type":"image","disableUpdates":false}}],"slideId":"1328131217384275970","enableDocumentContentUpdater":false,"version":"2.0"}]]></TemplafySlideTemplateConfiguration>
</file>

<file path=customXml/item24.xml><?xml version="1.0" encoding="utf-8"?>
<TemplafySlideTemplateConfiguration><![CDATA[{"slideVersion":3,"isValidatorEnabled":false,"isLocked":false,"elementsMetadata":[],"slideId":"1328131217384275973","enableDocumentContentUpdater":false,"version":"2.0"}]]></TemplafySlideTemplate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69","enableDocumentContentUpdater":false,"version":"2.0"}]]></TemplafySlideTemplateConfiguration>
</file>

<file path=customXml/item27.xml><?xml version="1.0" encoding="utf-8"?>
<TemplafySlideFormConfiguration><![CDATA[{"formFields":[],"formDataEntries":[]}]]></TemplafySlideFormConfiguration>
</file>

<file path=customXml/item28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29.xml><?xml version="1.0" encoding="utf-8"?>
<TemplafySlideTemplateConfiguration><![CDATA[{"slideVersion":3,"isValidatorEnabled":false,"isLocked":false,"elementsMetadata":[],"slideId":"1328131217384275982","enableDocumentContentUpdater":false,"version":"2.0"}]]></TemplafySlideTemplateConfiguration>
</file>

<file path=customXml/item30.xml><?xml version="1.0" encoding="utf-8"?>
<TemplafySlideTemplateConfiguration><![CDATA[{"slideVersion":3,"isValidatorEnabled":false,"isLocked":false,"elementsMetadata":[],"slideId":"1328131217384275986","enableDocumentContentUpdater":false,"version":"2.0"}]]></TemplafySlideTemplateConfiguration>
</file>

<file path=customXml/item31.xml><?xml version="1.0" encoding="utf-8"?>
<TemplafySlideFormConfiguration><![CDATA[{"formFields":[],"formDataEntries":[]}]]></TemplafySlideFormConfiguration>
</file>

<file path=customXml/item3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3.xml><?xml version="1.0" encoding="utf-8"?>
<TemplafySlideTemplateConfiguration><![CDATA[{"slideVersion":3,"isValidatorEnabled":false,"isLocked":false,"elementsMetadata":[],"slideId":"1328131217384275981","enableDocumentContentUpdater":false,"version":"2.0"}]]></TemplafySlideTemplateConfiguration>
</file>

<file path=customXml/item34.xml><?xml version="1.0" encoding="utf-8"?>
<TemplafySlideTemplateConfiguration><![CDATA[{"slideVersion":3,"isValidatorEnabled":false,"isLocked":false,"elementsMetadata":[],"slideId":"1328131217384275975","enableDocumentContentUpdater":false,"version":"2.0"}]]></TemplafySlideTemplateConfiguration>
</file>

<file path=customXml/item35.xml><?xml version="1.0" encoding="utf-8"?>
<TemplafySlideFormConfiguration><![CDATA[{"formFields":[],"formDataEntries":[]}]]></TemplafySlideFormConfiguration>
</file>

<file path=customXml/item36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37.xml><?xml version="1.0" encoding="utf-8"?>
<TemplafySlideFormConfiguration><![CDATA[{"formFields":[],"formDataEntries":[]}]]></TemplafySlideFormConfiguration>
</file>

<file path=customXml/item38.xml><?xml version="1.0" encoding="utf-8"?>
<TemplafySlideFormConfiguration><![CDATA[{"formFields":[],"formDataEntries":[]}]]></TemplafySlideFormConfiguration>
</file>

<file path=customXml/item39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40.xml><?xml version="1.0" encoding="utf-8"?>
<TemplafySlideFormConfiguration><![CDATA[{"formFields":[],"formDataEntries":[]}]]></TemplafySlideFormConfiguration>
</file>

<file path=customXml/item41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71","enableDocumentContentUpdater":false,"version":"2.0"}]]></TemplafySlideTemplateConfiguration>
</file>

<file path=customXml/item42.xml><?xml version="1.0" encoding="utf-8"?>
<TemplafySlideTemplateConfiguration><![CDATA[{"slideVersion":3,"isValidatorEnabled":false,"isLocked":false,"elementsMetadata":[],"slideId":"1328131217384275980","enableDocumentContentUpdater":false,"version":"2.0"}]]></TemplafySlideTemplateConfiguration>
</file>

<file path=customXml/item43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44.xml><?xml version="1.0" encoding="utf-8"?>
<TemplafySlideFormConfiguration><![CDATA[{"formFields":[],"formDataEntries":[]}]]></TemplafySlideFormConfiguration>
</file>

<file path=customXml/item4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7191A31C-0001-4F47-9681-3BF2CDE82779}">
  <ds:schemaRefs/>
</ds:datastoreItem>
</file>

<file path=customXml/itemProps2.xml><?xml version="1.0" encoding="utf-8"?>
<ds:datastoreItem xmlns:ds="http://schemas.openxmlformats.org/officeDocument/2006/customXml" ds:itemID="{969E2946-A68D-494C-938D-9F4AFD67C432}">
  <ds:schemaRefs/>
</ds:datastoreItem>
</file>

<file path=customXml/itemProps3.xml><?xml version="1.0" encoding="utf-8"?>
<ds:datastoreItem xmlns:ds="http://schemas.openxmlformats.org/officeDocument/2006/customXml" ds:itemID="{3E830938-32F9-49FC-9B2C-CACA4077E7A1}">
  <ds:schemaRefs/>
</ds:datastoreItem>
</file>

<file path=customXml/itemProps4.xml><?xml version="1.0" encoding="utf-8"?>
<ds:datastoreItem xmlns:ds="http://schemas.openxmlformats.org/officeDocument/2006/customXml" ds:itemID="{C1422F45-04DB-421D-8796-270006657806}">
  <ds:schemaRefs>
    <ds:schemaRef ds:uri="http://schemas.microsoft.com/office/2006/metadata/properties"/>
    <ds:schemaRef ds:uri="0e00d59e-b0d2-4e67-be34-67e465b0fbed"/>
    <ds:schemaRef ds:uri="47fc58d8-9f4b-4bc8-b278-c3cb6f298023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www.w3.org/XML/1998/namespace"/>
    <ds:schemaRef ds:uri="http://purl.org/dc/dcmitype/"/>
    <ds:schemaRef ds:uri="http://purl.org/dc/elements/1.1/"/>
  </ds:schemaRefs>
</ds:datastoreItem>
</file>

<file path=customXml/itemProps5.xml><?xml version="1.0" encoding="utf-8"?>
<ds:datastoreItem xmlns:ds="http://schemas.openxmlformats.org/officeDocument/2006/customXml" ds:itemID="{5E11CF51-A506-4F35-8D30-27CC6B312382}">
  <ds:schemaRefs/>
</ds:datastoreItem>
</file>

<file path=customXml/itemProps6.xml><?xml version="1.0" encoding="utf-8"?>
<ds:datastoreItem xmlns:ds="http://schemas.openxmlformats.org/officeDocument/2006/customXml" ds:itemID="{1949C97A-F2E4-44DC-BFCA-6630B6534B78}">
  <ds:schemaRefs/>
</ds:datastoreItem>
</file>

<file path=customXml/itemProps7.xml><?xml version="1.0" encoding="utf-8"?>
<ds:datastoreItem xmlns:ds="http://schemas.openxmlformats.org/officeDocument/2006/customXml" ds:itemID="{8A822E18-7B0C-4809-B179-DD40FFC97308}">
  <ds:schemaRefs/>
</ds:datastoreItem>
</file>

<file path=customXml/itemProps8.xml><?xml version="1.0" encoding="utf-8"?>
<ds:datastoreItem xmlns:ds="http://schemas.openxmlformats.org/officeDocument/2006/customXml" ds:itemID="{3A81E9BA-12B9-46B7-AEAA-BB534997284F}">
  <ds:schemaRefs/>
</ds:datastoreItem>
</file>

<file path=customXml/itemProps9.xml><?xml version="1.0" encoding="utf-8"?>
<ds:datastoreItem xmlns:ds="http://schemas.openxmlformats.org/officeDocument/2006/customXml" ds:itemID="{626BBCBB-1894-4E66-BA48-9E91CE3ACBA0}">
  <ds:schemaRefs/>
</ds:datastoreItem>
</file>

<file path=customXml/itemProps10.xml><?xml version="1.0" encoding="utf-8"?>
<ds:datastoreItem xmlns:ds="http://schemas.openxmlformats.org/officeDocument/2006/customXml" ds:itemID="{54FE47D6-A0B5-433B-A8EF-42136D6623C1}">
  <ds:schemaRefs/>
</ds:datastoreItem>
</file>

<file path=customXml/itemProps11.xml><?xml version="1.0" encoding="utf-8"?>
<ds:datastoreItem xmlns:ds="http://schemas.openxmlformats.org/officeDocument/2006/customXml" ds:itemID="{340F98CC-F8FA-4257-87D3-FCE825196D17}">
  <ds:schemaRefs/>
</ds:datastoreItem>
</file>

<file path=customXml/itemProps12.xml><?xml version="1.0" encoding="utf-8"?>
<ds:datastoreItem xmlns:ds="http://schemas.openxmlformats.org/officeDocument/2006/customXml" ds:itemID="{0C2F541D-F419-4D97-8F50-8CFBB40B0EC7}">
  <ds:schemaRefs/>
</ds:datastoreItem>
</file>

<file path=customXml/itemProps13.xml><?xml version="1.0" encoding="utf-8"?>
<ds:datastoreItem xmlns:ds="http://schemas.openxmlformats.org/officeDocument/2006/customXml" ds:itemID="{E54232B7-ECAB-41A6-AF8E-F8AA8F67AA91}">
  <ds:schemaRefs/>
</ds:datastoreItem>
</file>

<file path=customXml/itemProps14.xml><?xml version="1.0" encoding="utf-8"?>
<ds:datastoreItem xmlns:ds="http://schemas.openxmlformats.org/officeDocument/2006/customXml" ds:itemID="{CE396CF5-D378-4212-9654-B79AC7E3DDF2}">
  <ds:schemaRefs/>
</ds:datastoreItem>
</file>

<file path=customXml/itemProps15.xml><?xml version="1.0" encoding="utf-8"?>
<ds:datastoreItem xmlns:ds="http://schemas.openxmlformats.org/officeDocument/2006/customXml" ds:itemID="{E9FE88B9-0BAC-45E1-B2FC-EC88A09A227D}">
  <ds:schemaRefs/>
</ds:datastoreItem>
</file>

<file path=customXml/itemProps16.xml><?xml version="1.0" encoding="utf-8"?>
<ds:datastoreItem xmlns:ds="http://schemas.openxmlformats.org/officeDocument/2006/customXml" ds:itemID="{25EC09BA-905F-4676-960C-1AA7F01E1A45}">
  <ds:schemaRefs/>
</ds:datastoreItem>
</file>

<file path=customXml/itemProps17.xml><?xml version="1.0" encoding="utf-8"?>
<ds:datastoreItem xmlns:ds="http://schemas.openxmlformats.org/officeDocument/2006/customXml" ds:itemID="{9F687104-044A-49FD-BBC2-8EEC24DE651C}">
  <ds:schemaRefs/>
</ds:datastoreItem>
</file>

<file path=customXml/itemProps18.xml><?xml version="1.0" encoding="utf-8"?>
<ds:datastoreItem xmlns:ds="http://schemas.openxmlformats.org/officeDocument/2006/customXml" ds:itemID="{F429925B-5DC5-4AFE-B99F-916D9AAE4BDD}"/>
</file>

<file path=customXml/itemProps19.xml><?xml version="1.0" encoding="utf-8"?>
<ds:datastoreItem xmlns:ds="http://schemas.openxmlformats.org/officeDocument/2006/customXml" ds:itemID="{69B73946-F389-40E3-A533-45A6D07B0A63}">
  <ds:schemaRefs/>
</ds:datastoreItem>
</file>

<file path=customXml/itemProps20.xml><?xml version="1.0" encoding="utf-8"?>
<ds:datastoreItem xmlns:ds="http://schemas.openxmlformats.org/officeDocument/2006/customXml" ds:itemID="{4938B8D1-5EB7-4009-8CFB-FCE4DBF00B70}">
  <ds:schemaRefs/>
</ds:datastoreItem>
</file>

<file path=customXml/itemProps21.xml><?xml version="1.0" encoding="utf-8"?>
<ds:datastoreItem xmlns:ds="http://schemas.openxmlformats.org/officeDocument/2006/customXml" ds:itemID="{8DB0A96E-6777-4404-88E8-A679525071C5}">
  <ds:schemaRefs/>
</ds:datastoreItem>
</file>

<file path=customXml/itemProps22.xml><?xml version="1.0" encoding="utf-8"?>
<ds:datastoreItem xmlns:ds="http://schemas.openxmlformats.org/officeDocument/2006/customXml" ds:itemID="{02A76EF8-E055-4175-8D2D-5B9E60211AF6}">
  <ds:schemaRefs/>
</ds:datastoreItem>
</file>

<file path=customXml/itemProps23.xml><?xml version="1.0" encoding="utf-8"?>
<ds:datastoreItem xmlns:ds="http://schemas.openxmlformats.org/officeDocument/2006/customXml" ds:itemID="{59E029D4-81CC-4017-8B00-9264DBE7ED46}">
  <ds:schemaRefs/>
</ds:datastoreItem>
</file>

<file path=customXml/itemProps24.xml><?xml version="1.0" encoding="utf-8"?>
<ds:datastoreItem xmlns:ds="http://schemas.openxmlformats.org/officeDocument/2006/customXml" ds:itemID="{2EBA1259-1672-4DD3-BA35-A6EAF5A9B084}">
  <ds:schemaRefs/>
</ds:datastoreItem>
</file>

<file path=customXml/itemProps25.xml><?xml version="1.0" encoding="utf-8"?>
<ds:datastoreItem xmlns:ds="http://schemas.openxmlformats.org/officeDocument/2006/customXml" ds:itemID="{A0BFCECA-5676-4F8F-95F4-E3945158F3DF}">
  <ds:schemaRefs/>
</ds:datastoreItem>
</file>

<file path=customXml/itemProps26.xml><?xml version="1.0" encoding="utf-8"?>
<ds:datastoreItem xmlns:ds="http://schemas.openxmlformats.org/officeDocument/2006/customXml" ds:itemID="{D0AC3308-50B2-461B-AD01-41C9501C41AA}">
  <ds:schemaRefs/>
</ds:datastoreItem>
</file>

<file path=customXml/itemProps27.xml><?xml version="1.0" encoding="utf-8"?>
<ds:datastoreItem xmlns:ds="http://schemas.openxmlformats.org/officeDocument/2006/customXml" ds:itemID="{313EF5B0-5BFC-4E19-9E61-13C85B6C6127}">
  <ds:schemaRefs/>
</ds:datastoreItem>
</file>

<file path=customXml/itemProps28.xml><?xml version="1.0" encoding="utf-8"?>
<ds:datastoreItem xmlns:ds="http://schemas.openxmlformats.org/officeDocument/2006/customXml" ds:itemID="{CC49FFC8-2FF3-4057-96F0-3BCD1A4F0351}">
  <ds:schemaRefs/>
</ds:datastoreItem>
</file>

<file path=customXml/itemProps29.xml><?xml version="1.0" encoding="utf-8"?>
<ds:datastoreItem xmlns:ds="http://schemas.openxmlformats.org/officeDocument/2006/customXml" ds:itemID="{7A3DE86C-37E5-43A2-A674-30AE8DECAC0E}">
  <ds:schemaRefs/>
</ds:datastoreItem>
</file>

<file path=customXml/itemProps30.xml><?xml version="1.0" encoding="utf-8"?>
<ds:datastoreItem xmlns:ds="http://schemas.openxmlformats.org/officeDocument/2006/customXml" ds:itemID="{2E9C140C-7F7C-4BAD-BCD9-F2636157DE78}">
  <ds:schemaRefs/>
</ds:datastoreItem>
</file>

<file path=customXml/itemProps31.xml><?xml version="1.0" encoding="utf-8"?>
<ds:datastoreItem xmlns:ds="http://schemas.openxmlformats.org/officeDocument/2006/customXml" ds:itemID="{2619A3F2-6BB2-4CAE-88B7-CFA577527EBA}">
  <ds:schemaRefs/>
</ds:datastoreItem>
</file>

<file path=customXml/itemProps32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33.xml><?xml version="1.0" encoding="utf-8"?>
<ds:datastoreItem xmlns:ds="http://schemas.openxmlformats.org/officeDocument/2006/customXml" ds:itemID="{13FD8C04-EC58-4965-B798-8E6CBDD39C2A}">
  <ds:schemaRefs/>
</ds:datastoreItem>
</file>

<file path=customXml/itemProps34.xml><?xml version="1.0" encoding="utf-8"?>
<ds:datastoreItem xmlns:ds="http://schemas.openxmlformats.org/officeDocument/2006/customXml" ds:itemID="{F0F8AAF3-4544-44DE-8D65-07578647B51F}">
  <ds:schemaRefs/>
</ds:datastoreItem>
</file>

<file path=customXml/itemProps35.xml><?xml version="1.0" encoding="utf-8"?>
<ds:datastoreItem xmlns:ds="http://schemas.openxmlformats.org/officeDocument/2006/customXml" ds:itemID="{262F285F-827C-4183-96DE-8531462DE52A}">
  <ds:schemaRefs/>
</ds:datastoreItem>
</file>

<file path=customXml/itemProps36.xml><?xml version="1.0" encoding="utf-8"?>
<ds:datastoreItem xmlns:ds="http://schemas.openxmlformats.org/officeDocument/2006/customXml" ds:itemID="{7CE852FA-A08C-42DD-AE0D-B4ACD5BB86CC}">
  <ds:schemaRefs/>
</ds:datastoreItem>
</file>

<file path=customXml/itemProps37.xml><?xml version="1.0" encoding="utf-8"?>
<ds:datastoreItem xmlns:ds="http://schemas.openxmlformats.org/officeDocument/2006/customXml" ds:itemID="{7D282FA9-D486-4277-833F-E9AC54F00B25}">
  <ds:schemaRefs/>
</ds:datastoreItem>
</file>

<file path=customXml/itemProps38.xml><?xml version="1.0" encoding="utf-8"?>
<ds:datastoreItem xmlns:ds="http://schemas.openxmlformats.org/officeDocument/2006/customXml" ds:itemID="{9B5A6145-50FD-46B5-882B-DCFCB8024129}">
  <ds:schemaRefs/>
</ds:datastoreItem>
</file>

<file path=customXml/itemProps39.xml><?xml version="1.0" encoding="utf-8"?>
<ds:datastoreItem xmlns:ds="http://schemas.openxmlformats.org/officeDocument/2006/customXml" ds:itemID="{79008009-A77E-4DE3-9C15-4B84BFC772CD}">
  <ds:schemaRefs/>
</ds:datastoreItem>
</file>

<file path=customXml/itemProps40.xml><?xml version="1.0" encoding="utf-8"?>
<ds:datastoreItem xmlns:ds="http://schemas.openxmlformats.org/officeDocument/2006/customXml" ds:itemID="{8F54209D-E2B9-45C1-850A-8060F1CC8CCA}">
  <ds:schemaRefs/>
</ds:datastoreItem>
</file>

<file path=customXml/itemProps41.xml><?xml version="1.0" encoding="utf-8"?>
<ds:datastoreItem xmlns:ds="http://schemas.openxmlformats.org/officeDocument/2006/customXml" ds:itemID="{0AA29E1A-4DC8-446C-8155-596424E2EB1E}">
  <ds:schemaRefs/>
</ds:datastoreItem>
</file>

<file path=customXml/itemProps42.xml><?xml version="1.0" encoding="utf-8"?>
<ds:datastoreItem xmlns:ds="http://schemas.openxmlformats.org/officeDocument/2006/customXml" ds:itemID="{4B1D4426-9BD0-4BD3-8094-CA9B884388C6}">
  <ds:schemaRefs/>
</ds:datastoreItem>
</file>

<file path=customXml/itemProps43.xml><?xml version="1.0" encoding="utf-8"?>
<ds:datastoreItem xmlns:ds="http://schemas.openxmlformats.org/officeDocument/2006/customXml" ds:itemID="{A701461A-A2EC-4086-A128-227E1E7767C4}">
  <ds:schemaRefs/>
</ds:datastoreItem>
</file>

<file path=customXml/itemProps44.xml><?xml version="1.0" encoding="utf-8"?>
<ds:datastoreItem xmlns:ds="http://schemas.openxmlformats.org/officeDocument/2006/customXml" ds:itemID="{A7B291CB-4C44-41B3-9B37-CCBAC5621AB0}">
  <ds:schemaRefs/>
</ds:datastoreItem>
</file>

<file path=customXml/itemProps45.xml><?xml version="1.0" encoding="utf-8"?>
<ds:datastoreItem xmlns:ds="http://schemas.openxmlformats.org/officeDocument/2006/customXml" ds:itemID="{72F8570F-162E-4E77-8F0F-6DD87409B9AF}">
  <ds:schemaRefs/>
</ds:datastoreItem>
</file>

<file path=docMetadata/LabelInfo.xml><?xml version="1.0" encoding="utf-8"?>
<clbl:labelList xmlns:clbl="http://schemas.microsoft.com/office/2020/mipLabelMetadata">
  <clbl:label id="{0d3b1b9e-ad63-40af-8c4f-1c93d6bb86a8}" enabled="1" method="Privileged" siteId="{42f7676c-f455-423c-82f6-dc2d99791af7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1343</Words>
  <Application>Microsoft Office PowerPoint</Application>
  <PresentationFormat>Custom</PresentationFormat>
  <Paragraphs>233</Paragraphs>
  <Slides>20</Slides>
  <Notes>17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Wingdings</vt:lpstr>
      <vt:lpstr>Wingdings</vt:lpstr>
      <vt:lpstr>72 Brand Medium</vt:lpstr>
      <vt:lpstr>Symbol</vt:lpstr>
      <vt:lpstr>72 Brand</vt:lpstr>
      <vt:lpstr>Arial</vt:lpstr>
      <vt:lpstr>SAP Template</vt:lpstr>
      <vt:lpstr>Title goes here and here and here</vt:lpstr>
      <vt:lpstr>Title goes here and here and here</vt:lpstr>
      <vt:lpstr>Title goes here and here and here</vt:lpstr>
      <vt:lpstr>Title goes here and here and here</vt:lpstr>
      <vt:lpstr>Agenda</vt:lpstr>
      <vt:lpstr>Divider page</vt:lpstr>
      <vt:lpstr>Text with image</vt:lpstr>
      <vt:lpstr>Data points</vt:lpstr>
      <vt:lpstr>Text with icons</vt:lpstr>
      <vt:lpstr>Roadmap</vt:lpstr>
      <vt:lpstr>Table – four columns</vt:lpstr>
      <vt:lpstr>Diagram with icons</vt:lpstr>
      <vt:lpstr>Team slide </vt:lpstr>
      <vt:lpstr>Meet our team</vt:lpstr>
      <vt:lpstr>“Lorem ipsum dolor sit amet, consetetur tempor sadipscing elitr, sed diam nonumy eirmod tempor invidunt ut labore et dolore magna aliquyam erat, sed diam voluptua. Lorem ipsum dolor sit amet.”</vt:lpstr>
      <vt:lpstr>Join the conversation</vt:lpstr>
      <vt:lpstr>Thank you.</vt:lpstr>
      <vt:lpstr>Tips &amp; tricks – your user guide</vt:lpstr>
      <vt:lpstr>Tips &amp; tricks – your user guide – SAP brand site</vt:lpstr>
      <vt:lpstr>Tips &amp; tricks – your user guide – color palette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description/>
  <cp:revision>420</cp:revision>
  <dcterms:created xsi:type="dcterms:W3CDTF">2025-12-18T09:52:25Z</dcterms:created>
  <dcterms:modified xsi:type="dcterms:W3CDTF">2025-12-18T10:47:34Z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0x010100AC4034B036C92A4A897F8A958DF51533</vt:lpwstr>
  </property>
  <property fmtid="{D5CDD505-2E9C-101B-9397-08002B2CF9AE}" pid="4" name="Created by">
    <vt:lpwstr>omnidocs.com</vt:lpwstr>
  </property>
  <property fmtid="{D5CDD505-2E9C-101B-9397-08002B2CF9AE}" pid="5" name="ClassificationContentMarkingFooterLocations">
    <vt:lpwstr>SAP Template:12</vt:lpwstr>
  </property>
  <property fmtid="{D5CDD505-2E9C-101B-9397-08002B2CF9AE}" pid="6" name="ClassificationContentMarkingFooterText">
    <vt:lpwstr>                 INTERNAL ‒ SAP and External Parties under NDA Only</vt:lpwstr>
  </property>
  <property fmtid="{D5CDD505-2E9C-101B-9397-08002B2CF9AE}" pid="7" name="TemplafyTimeStamp">
    <vt:lpwstr>2025-12-14T08:56:23</vt:lpwstr>
  </property>
  <property fmtid="{D5CDD505-2E9C-101B-9397-08002B2CF9AE}" pid="8" name="TemplafyTenantId">
    <vt:lpwstr>sap</vt:lpwstr>
  </property>
  <property fmtid="{D5CDD505-2E9C-101B-9397-08002B2CF9AE}" pid="9" name="TemplafyTemplateId">
    <vt:lpwstr>1328131190817294516</vt:lpwstr>
  </property>
  <property fmtid="{D5CDD505-2E9C-101B-9397-08002B2CF9AE}" pid="10" name="TemplafyUserProfileId">
    <vt:lpwstr>637710449012726268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